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Default Extension="wav" ContentType="audio/x-wav"/>
  <Default Extension="jpg" ContentType="image/jpe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diagrams/data2.xml" ContentType="application/vnd.openxmlformats-officedocument.drawingml.diagramData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68" r:id="rId2"/>
    <p:sldId id="256" r:id="rId3"/>
    <p:sldId id="257" r:id="rId4"/>
    <p:sldId id="259" r:id="rId5"/>
    <p:sldId id="261" r:id="rId6"/>
    <p:sldId id="262" r:id="rId7"/>
    <p:sldId id="263" r:id="rId8"/>
    <p:sldId id="264" r:id="rId9"/>
    <p:sldId id="265" r:id="rId10"/>
    <p:sldId id="266" r:id="rId11"/>
    <p:sldId id="267" r:id="rId12"/>
    <p:sldId id="258" r:id="rId13"/>
    <p:sldId id="269" r:id="rId14"/>
  </p:sldIdLst>
  <p:sldSz cx="9144000" cy="5143500" type="screen16x9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1620" userDrawn="1">
          <p15:clr>
            <a:srgbClr val="A4A3A4"/>
          </p15:clr>
        </p15:guide>
        <p15:guide id="2" pos="288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4995" autoAdjust="0"/>
    <p:restoredTop sz="94660"/>
  </p:normalViewPr>
  <p:slideViewPr>
    <p:cSldViewPr>
      <p:cViewPr>
        <p:scale>
          <a:sx n="100" d="100"/>
          <a:sy n="100" d="100"/>
        </p:scale>
        <p:origin x="106" y="254"/>
      </p:cViewPr>
      <p:guideLst>
        <p:guide orient="horz" pos="162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A8CCA118-1FA2-4634-9378-969A95239D98}" type="doc">
      <dgm:prSet loTypeId="urn:microsoft.com/office/officeart/2009/3/layout/HorizontalOrganizationChart" loCatId="hierarchy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zh-CN" altLang="en-US"/>
        </a:p>
      </dgm:t>
    </dgm:pt>
    <dgm:pt modelId="{C792D885-E1F2-4424-B967-6B4A530D4EB5}">
      <dgm:prSet phldrT="[文本]"/>
      <dgm:spPr>
        <a:solidFill>
          <a:schemeClr val="accent1">
            <a:hueOff val="0"/>
            <a:satOff val="0"/>
            <a:lumOff val="0"/>
            <a:alpha val="50000"/>
          </a:schemeClr>
        </a:solidFill>
      </dgm:spPr>
      <dgm:t>
        <a:bodyPr/>
        <a:lstStyle/>
        <a:p>
          <a:r>
            <a:rPr lang="zh-CN" altLang="en-US" dirty="0">
              <a:latin typeface="微软雅黑" panose="020B0503020204020204" pitchFamily="34" charset="-122"/>
              <a:ea typeface="微软雅黑" panose="020B0503020204020204" pitchFamily="34" charset="-122"/>
            </a:rPr>
            <a:t>行为</a:t>
          </a:r>
        </a:p>
      </dgm:t>
    </dgm:pt>
    <dgm:pt modelId="{AF9BF0AC-04BA-4843-97AE-BEB189C3F6AD}" type="parTrans" cxnId="{291773E6-4557-4877-9811-2166CB47D47F}">
      <dgm:prSet/>
      <dgm:spPr/>
      <dgm:t>
        <a:bodyPr/>
        <a:lstStyle/>
        <a:p>
          <a:endParaRPr lang="zh-CN" altLang="en-US"/>
        </a:p>
      </dgm:t>
    </dgm:pt>
    <dgm:pt modelId="{BBEC8B2D-6A4B-453D-8813-8A26E76AE282}" type="sibTrans" cxnId="{291773E6-4557-4877-9811-2166CB47D47F}">
      <dgm:prSet/>
      <dgm:spPr/>
      <dgm:t>
        <a:bodyPr/>
        <a:lstStyle/>
        <a:p>
          <a:endParaRPr lang="zh-CN" altLang="en-US"/>
        </a:p>
      </dgm:t>
    </dgm:pt>
    <dgm:pt modelId="{1C47B4BB-F02F-4280-92D9-40B9897C0584}">
      <dgm:prSet phldrT="[文本]"/>
      <dgm:spPr/>
      <dgm:t>
        <a:bodyPr/>
        <a:lstStyle/>
        <a:p>
          <a:r>
            <a:rPr lang="zh-CN" altLang="en-US" dirty="0">
              <a:latin typeface="微软雅黑" panose="020B0503020204020204" pitchFamily="34" charset="-122"/>
              <a:ea typeface="微软雅黑" panose="020B0503020204020204" pitchFamily="34" charset="-122"/>
            </a:rPr>
            <a:t>故事情节</a:t>
          </a:r>
        </a:p>
      </dgm:t>
    </dgm:pt>
    <dgm:pt modelId="{86F33144-086C-48A3-8901-413FF16ECA1B}" type="parTrans" cxnId="{24794575-CF2E-4A8F-B8BB-646F6648A776}">
      <dgm:prSet/>
      <dgm:spPr/>
      <dgm:t>
        <a:bodyPr/>
        <a:lstStyle/>
        <a:p>
          <a:endParaRPr lang="zh-CN" altLang="en-US"/>
        </a:p>
      </dgm:t>
    </dgm:pt>
    <dgm:pt modelId="{7F5DDA4D-93DE-421C-A0C4-179E2EABEB5B}" type="sibTrans" cxnId="{24794575-CF2E-4A8F-B8BB-646F6648A776}">
      <dgm:prSet/>
      <dgm:spPr/>
      <dgm:t>
        <a:bodyPr/>
        <a:lstStyle/>
        <a:p>
          <a:endParaRPr lang="zh-CN" altLang="en-US"/>
        </a:p>
      </dgm:t>
    </dgm:pt>
    <dgm:pt modelId="{62E11337-8FA8-41D9-8223-044DDF0F8DB9}">
      <dgm:prSet phldrT="[文本]"/>
      <dgm:spPr/>
      <dgm:t>
        <a:bodyPr/>
        <a:lstStyle/>
        <a:p>
          <a:r>
            <a:rPr lang="zh-CN" altLang="en-US" dirty="0">
              <a:latin typeface="微软雅黑" panose="020B0503020204020204" pitchFamily="34" charset="-122"/>
              <a:ea typeface="微软雅黑" panose="020B0503020204020204" pitchFamily="34" charset="-122"/>
            </a:rPr>
            <a:t>行动</a:t>
          </a:r>
        </a:p>
      </dgm:t>
    </dgm:pt>
    <dgm:pt modelId="{FC00FD51-8AAE-49EF-8B28-5B620AA058AD}" type="sibTrans" cxnId="{A2BA942A-CB94-4B74-9E89-6E8089F8B400}">
      <dgm:prSet/>
      <dgm:spPr/>
      <dgm:t>
        <a:bodyPr/>
        <a:lstStyle/>
        <a:p>
          <a:endParaRPr lang="zh-CN" altLang="en-US"/>
        </a:p>
      </dgm:t>
    </dgm:pt>
    <dgm:pt modelId="{6BF8D9DD-07C3-491E-BCE8-331C9DAE908E}" type="parTrans" cxnId="{A2BA942A-CB94-4B74-9E89-6E8089F8B400}">
      <dgm:prSet/>
      <dgm:spPr/>
      <dgm:t>
        <a:bodyPr/>
        <a:lstStyle/>
        <a:p>
          <a:endParaRPr lang="zh-CN" altLang="en-US"/>
        </a:p>
      </dgm:t>
    </dgm:pt>
    <dgm:pt modelId="{8A07A965-F005-4A39-AADF-750D043772D0}" type="pres">
      <dgm:prSet presAssocID="{A8CCA118-1FA2-4634-9378-969A95239D98}" presName="hierChild1" presStyleCnt="0">
        <dgm:presLayoutVars>
          <dgm:orgChart val="1"/>
          <dgm:chPref val="1"/>
          <dgm:dir/>
          <dgm:animOne val="branch"/>
          <dgm:animLvl val="lvl"/>
          <dgm:resizeHandles/>
        </dgm:presLayoutVars>
      </dgm:prSet>
      <dgm:spPr/>
    </dgm:pt>
    <dgm:pt modelId="{B16A8955-6900-4130-9556-22E1741BD8B3}" type="pres">
      <dgm:prSet presAssocID="{C792D885-E1F2-4424-B967-6B4A530D4EB5}" presName="hierRoot1" presStyleCnt="0">
        <dgm:presLayoutVars>
          <dgm:hierBranch val="init"/>
        </dgm:presLayoutVars>
      </dgm:prSet>
      <dgm:spPr/>
    </dgm:pt>
    <dgm:pt modelId="{A9151412-473B-43F0-B4D1-13B20F1CB71C}" type="pres">
      <dgm:prSet presAssocID="{C792D885-E1F2-4424-B967-6B4A530D4EB5}" presName="rootComposite1" presStyleCnt="0"/>
      <dgm:spPr/>
    </dgm:pt>
    <dgm:pt modelId="{6E6EB101-D211-4058-BE60-D5A77C088109}" type="pres">
      <dgm:prSet presAssocID="{C792D885-E1F2-4424-B967-6B4A530D4EB5}" presName="rootText1" presStyleLbl="node0" presStyleIdx="0" presStyleCnt="1" custLinFactNeighborX="-84696" custLinFactNeighborY="2385">
        <dgm:presLayoutVars>
          <dgm:chPref val="3"/>
        </dgm:presLayoutVars>
      </dgm:prSet>
      <dgm:spPr/>
    </dgm:pt>
    <dgm:pt modelId="{069DB749-20F0-4242-94ED-3B97DB0B1C8F}" type="pres">
      <dgm:prSet presAssocID="{C792D885-E1F2-4424-B967-6B4A530D4EB5}" presName="rootConnector1" presStyleLbl="node1" presStyleIdx="0" presStyleCnt="0"/>
      <dgm:spPr/>
    </dgm:pt>
    <dgm:pt modelId="{1D4E1D65-5E94-48C1-96E9-DE8331AD7386}" type="pres">
      <dgm:prSet presAssocID="{C792D885-E1F2-4424-B967-6B4A530D4EB5}" presName="hierChild2" presStyleCnt="0"/>
      <dgm:spPr/>
    </dgm:pt>
    <dgm:pt modelId="{684527A3-47D6-429D-A515-615AE27A79D8}" type="pres">
      <dgm:prSet presAssocID="{86F33144-086C-48A3-8901-413FF16ECA1B}" presName="Name64" presStyleLbl="parChTrans1D2" presStyleIdx="0" presStyleCnt="2"/>
      <dgm:spPr/>
    </dgm:pt>
    <dgm:pt modelId="{C35B2C05-D99C-45FB-A4E6-9F85F539649D}" type="pres">
      <dgm:prSet presAssocID="{1C47B4BB-F02F-4280-92D9-40B9897C0584}" presName="hierRoot2" presStyleCnt="0">
        <dgm:presLayoutVars>
          <dgm:hierBranch val="init"/>
        </dgm:presLayoutVars>
      </dgm:prSet>
      <dgm:spPr/>
    </dgm:pt>
    <dgm:pt modelId="{C3F24766-4836-45F9-A55A-19D79F436E16}" type="pres">
      <dgm:prSet presAssocID="{1C47B4BB-F02F-4280-92D9-40B9897C0584}" presName="rootComposite" presStyleCnt="0"/>
      <dgm:spPr/>
    </dgm:pt>
    <dgm:pt modelId="{E3D86591-4974-481A-A98E-0A1108E944F1}" type="pres">
      <dgm:prSet presAssocID="{1C47B4BB-F02F-4280-92D9-40B9897C0584}" presName="rootText" presStyleLbl="node2" presStyleIdx="0" presStyleCnt="2" custLinFactNeighborX="48818" custLinFactNeighborY="-110">
        <dgm:presLayoutVars>
          <dgm:chPref val="3"/>
        </dgm:presLayoutVars>
      </dgm:prSet>
      <dgm:spPr/>
    </dgm:pt>
    <dgm:pt modelId="{8A8253B9-0DEC-4ABF-8BAB-00CA90B9CF8F}" type="pres">
      <dgm:prSet presAssocID="{1C47B4BB-F02F-4280-92D9-40B9897C0584}" presName="rootConnector" presStyleLbl="node2" presStyleIdx="0" presStyleCnt="2"/>
      <dgm:spPr/>
    </dgm:pt>
    <dgm:pt modelId="{F7F00E94-B0D5-4CB7-AB6B-AE40E18AAF0D}" type="pres">
      <dgm:prSet presAssocID="{1C47B4BB-F02F-4280-92D9-40B9897C0584}" presName="hierChild4" presStyleCnt="0"/>
      <dgm:spPr/>
    </dgm:pt>
    <dgm:pt modelId="{892311C4-BCC2-437D-9AA8-14017004A795}" type="pres">
      <dgm:prSet presAssocID="{1C47B4BB-F02F-4280-92D9-40B9897C0584}" presName="hierChild5" presStyleCnt="0"/>
      <dgm:spPr/>
    </dgm:pt>
    <dgm:pt modelId="{4D0F9094-D20D-497F-BFF7-09CE872B5020}" type="pres">
      <dgm:prSet presAssocID="{6BF8D9DD-07C3-491E-BCE8-331C9DAE908E}" presName="Name64" presStyleLbl="parChTrans1D2" presStyleIdx="1" presStyleCnt="2"/>
      <dgm:spPr/>
    </dgm:pt>
    <dgm:pt modelId="{980EF46D-268C-4010-9DF8-734DB1E62507}" type="pres">
      <dgm:prSet presAssocID="{62E11337-8FA8-41D9-8223-044DDF0F8DB9}" presName="hierRoot2" presStyleCnt="0">
        <dgm:presLayoutVars>
          <dgm:hierBranch val="init"/>
        </dgm:presLayoutVars>
      </dgm:prSet>
      <dgm:spPr/>
    </dgm:pt>
    <dgm:pt modelId="{C7DF3796-42D9-4927-A504-23ADCD8EFF0C}" type="pres">
      <dgm:prSet presAssocID="{62E11337-8FA8-41D9-8223-044DDF0F8DB9}" presName="rootComposite" presStyleCnt="0"/>
      <dgm:spPr/>
    </dgm:pt>
    <dgm:pt modelId="{AC446600-27FC-4EE0-9C89-72A1B9CC7D04}" type="pres">
      <dgm:prSet presAssocID="{62E11337-8FA8-41D9-8223-044DDF0F8DB9}" presName="rootText" presStyleLbl="node2" presStyleIdx="1" presStyleCnt="2" custLinFactNeighborX="20992" custLinFactNeighborY="4879">
        <dgm:presLayoutVars>
          <dgm:chPref val="3"/>
        </dgm:presLayoutVars>
      </dgm:prSet>
      <dgm:spPr/>
    </dgm:pt>
    <dgm:pt modelId="{E95021E8-5B10-4602-8EC9-2B44A3F0717D}" type="pres">
      <dgm:prSet presAssocID="{62E11337-8FA8-41D9-8223-044DDF0F8DB9}" presName="rootConnector" presStyleLbl="node2" presStyleIdx="1" presStyleCnt="2"/>
      <dgm:spPr/>
    </dgm:pt>
    <dgm:pt modelId="{3233AE5C-DFF2-4255-B149-BDA7A7E25C40}" type="pres">
      <dgm:prSet presAssocID="{62E11337-8FA8-41D9-8223-044DDF0F8DB9}" presName="hierChild4" presStyleCnt="0"/>
      <dgm:spPr/>
    </dgm:pt>
    <dgm:pt modelId="{BAE38E86-F4DF-4888-A1B5-1BC25F7432F0}" type="pres">
      <dgm:prSet presAssocID="{62E11337-8FA8-41D9-8223-044DDF0F8DB9}" presName="hierChild5" presStyleCnt="0"/>
      <dgm:spPr/>
    </dgm:pt>
    <dgm:pt modelId="{A17D3BF0-EBF5-41AA-8D67-0384D72E824A}" type="pres">
      <dgm:prSet presAssocID="{C792D885-E1F2-4424-B967-6B4A530D4EB5}" presName="hierChild3" presStyleCnt="0"/>
      <dgm:spPr/>
    </dgm:pt>
  </dgm:ptLst>
  <dgm:cxnLst>
    <dgm:cxn modelId="{63F64002-B0D0-45E1-B1B6-967DBF71DD03}" type="presOf" srcId="{1C47B4BB-F02F-4280-92D9-40B9897C0584}" destId="{E3D86591-4974-481A-A98E-0A1108E944F1}" srcOrd="0" destOrd="0" presId="urn:microsoft.com/office/officeart/2009/3/layout/HorizontalOrganizationChart"/>
    <dgm:cxn modelId="{F714E405-D2DF-4709-86E4-5A1441C8F64C}" type="presOf" srcId="{C792D885-E1F2-4424-B967-6B4A530D4EB5}" destId="{069DB749-20F0-4242-94ED-3B97DB0B1C8F}" srcOrd="1" destOrd="0" presId="urn:microsoft.com/office/officeart/2009/3/layout/HorizontalOrganizationChart"/>
    <dgm:cxn modelId="{A2BA942A-CB94-4B74-9E89-6E8089F8B400}" srcId="{C792D885-E1F2-4424-B967-6B4A530D4EB5}" destId="{62E11337-8FA8-41D9-8223-044DDF0F8DB9}" srcOrd="1" destOrd="0" parTransId="{6BF8D9DD-07C3-491E-BCE8-331C9DAE908E}" sibTransId="{FC00FD51-8AAE-49EF-8B28-5B620AA058AD}"/>
    <dgm:cxn modelId="{DD44DB2D-6939-4A3D-AF89-223358CFC94A}" type="presOf" srcId="{86F33144-086C-48A3-8901-413FF16ECA1B}" destId="{684527A3-47D6-429D-A515-615AE27A79D8}" srcOrd="0" destOrd="0" presId="urn:microsoft.com/office/officeart/2009/3/layout/HorizontalOrganizationChart"/>
    <dgm:cxn modelId="{52007332-9037-4B5E-8783-FC381873ADC1}" type="presOf" srcId="{62E11337-8FA8-41D9-8223-044DDF0F8DB9}" destId="{E95021E8-5B10-4602-8EC9-2B44A3F0717D}" srcOrd="1" destOrd="0" presId="urn:microsoft.com/office/officeart/2009/3/layout/HorizontalOrganizationChart"/>
    <dgm:cxn modelId="{C6F6FD60-D072-4DD3-A1F2-8673873BA769}" type="presOf" srcId="{62E11337-8FA8-41D9-8223-044DDF0F8DB9}" destId="{AC446600-27FC-4EE0-9C89-72A1B9CC7D04}" srcOrd="0" destOrd="0" presId="urn:microsoft.com/office/officeart/2009/3/layout/HorizontalOrganizationChart"/>
    <dgm:cxn modelId="{24794575-CF2E-4A8F-B8BB-646F6648A776}" srcId="{C792D885-E1F2-4424-B967-6B4A530D4EB5}" destId="{1C47B4BB-F02F-4280-92D9-40B9897C0584}" srcOrd="0" destOrd="0" parTransId="{86F33144-086C-48A3-8901-413FF16ECA1B}" sibTransId="{7F5DDA4D-93DE-421C-A0C4-179E2EABEB5B}"/>
    <dgm:cxn modelId="{E7798F9D-2E9A-4792-89B0-D9C14919BF79}" type="presOf" srcId="{C792D885-E1F2-4424-B967-6B4A530D4EB5}" destId="{6E6EB101-D211-4058-BE60-D5A77C088109}" srcOrd="0" destOrd="0" presId="urn:microsoft.com/office/officeart/2009/3/layout/HorizontalOrganizationChart"/>
    <dgm:cxn modelId="{8F1B66AB-0BB1-49C3-A3F2-BC65FC278A1F}" type="presOf" srcId="{6BF8D9DD-07C3-491E-BCE8-331C9DAE908E}" destId="{4D0F9094-D20D-497F-BFF7-09CE872B5020}" srcOrd="0" destOrd="0" presId="urn:microsoft.com/office/officeart/2009/3/layout/HorizontalOrganizationChart"/>
    <dgm:cxn modelId="{A7CA48D5-D09B-491B-AC8D-14E5F40BDCD2}" type="presOf" srcId="{A8CCA118-1FA2-4634-9378-969A95239D98}" destId="{8A07A965-F005-4A39-AADF-750D043772D0}" srcOrd="0" destOrd="0" presId="urn:microsoft.com/office/officeart/2009/3/layout/HorizontalOrganizationChart"/>
    <dgm:cxn modelId="{291773E6-4557-4877-9811-2166CB47D47F}" srcId="{A8CCA118-1FA2-4634-9378-969A95239D98}" destId="{C792D885-E1F2-4424-B967-6B4A530D4EB5}" srcOrd="0" destOrd="0" parTransId="{AF9BF0AC-04BA-4843-97AE-BEB189C3F6AD}" sibTransId="{BBEC8B2D-6A4B-453D-8813-8A26E76AE282}"/>
    <dgm:cxn modelId="{A8D43EE8-6DB3-4693-B609-BA80D535A9AB}" type="presOf" srcId="{1C47B4BB-F02F-4280-92D9-40B9897C0584}" destId="{8A8253B9-0DEC-4ABF-8BAB-00CA90B9CF8F}" srcOrd="1" destOrd="0" presId="urn:microsoft.com/office/officeart/2009/3/layout/HorizontalOrganizationChart"/>
    <dgm:cxn modelId="{0C90022D-B57C-4B46-A987-92A49DA19C04}" type="presParOf" srcId="{8A07A965-F005-4A39-AADF-750D043772D0}" destId="{B16A8955-6900-4130-9556-22E1741BD8B3}" srcOrd="0" destOrd="0" presId="urn:microsoft.com/office/officeart/2009/3/layout/HorizontalOrganizationChart"/>
    <dgm:cxn modelId="{F8EAB640-8584-48E7-AD37-AEBBB31A571D}" type="presParOf" srcId="{B16A8955-6900-4130-9556-22E1741BD8B3}" destId="{A9151412-473B-43F0-B4D1-13B20F1CB71C}" srcOrd="0" destOrd="0" presId="urn:microsoft.com/office/officeart/2009/3/layout/HorizontalOrganizationChart"/>
    <dgm:cxn modelId="{3010B194-9BCC-458D-8D77-9D7FE8AB614A}" type="presParOf" srcId="{A9151412-473B-43F0-B4D1-13B20F1CB71C}" destId="{6E6EB101-D211-4058-BE60-D5A77C088109}" srcOrd="0" destOrd="0" presId="urn:microsoft.com/office/officeart/2009/3/layout/HorizontalOrganizationChart"/>
    <dgm:cxn modelId="{9E4E99CD-5CC3-43C8-96ED-7BBA31BEFD88}" type="presParOf" srcId="{A9151412-473B-43F0-B4D1-13B20F1CB71C}" destId="{069DB749-20F0-4242-94ED-3B97DB0B1C8F}" srcOrd="1" destOrd="0" presId="urn:microsoft.com/office/officeart/2009/3/layout/HorizontalOrganizationChart"/>
    <dgm:cxn modelId="{16D0A294-5A45-4627-9DDC-D3DC1A12CE72}" type="presParOf" srcId="{B16A8955-6900-4130-9556-22E1741BD8B3}" destId="{1D4E1D65-5E94-48C1-96E9-DE8331AD7386}" srcOrd="1" destOrd="0" presId="urn:microsoft.com/office/officeart/2009/3/layout/HorizontalOrganizationChart"/>
    <dgm:cxn modelId="{CFDB39A6-1FD3-4E3D-B96B-6F9DDE7590A7}" type="presParOf" srcId="{1D4E1D65-5E94-48C1-96E9-DE8331AD7386}" destId="{684527A3-47D6-429D-A515-615AE27A79D8}" srcOrd="0" destOrd="0" presId="urn:microsoft.com/office/officeart/2009/3/layout/HorizontalOrganizationChart"/>
    <dgm:cxn modelId="{3ECBBCB5-C811-402D-B7E5-08631498B496}" type="presParOf" srcId="{1D4E1D65-5E94-48C1-96E9-DE8331AD7386}" destId="{C35B2C05-D99C-45FB-A4E6-9F85F539649D}" srcOrd="1" destOrd="0" presId="urn:microsoft.com/office/officeart/2009/3/layout/HorizontalOrganizationChart"/>
    <dgm:cxn modelId="{253936F8-5DD4-4CD1-AEFB-B74CE5D59356}" type="presParOf" srcId="{C35B2C05-D99C-45FB-A4E6-9F85F539649D}" destId="{C3F24766-4836-45F9-A55A-19D79F436E16}" srcOrd="0" destOrd="0" presId="urn:microsoft.com/office/officeart/2009/3/layout/HorizontalOrganizationChart"/>
    <dgm:cxn modelId="{148B4B82-ACE0-450D-81DE-DBC26FA90141}" type="presParOf" srcId="{C3F24766-4836-45F9-A55A-19D79F436E16}" destId="{E3D86591-4974-481A-A98E-0A1108E944F1}" srcOrd="0" destOrd="0" presId="urn:microsoft.com/office/officeart/2009/3/layout/HorizontalOrganizationChart"/>
    <dgm:cxn modelId="{60F76B54-4A81-4811-8456-A72325A2CB0B}" type="presParOf" srcId="{C3F24766-4836-45F9-A55A-19D79F436E16}" destId="{8A8253B9-0DEC-4ABF-8BAB-00CA90B9CF8F}" srcOrd="1" destOrd="0" presId="urn:microsoft.com/office/officeart/2009/3/layout/HorizontalOrganizationChart"/>
    <dgm:cxn modelId="{0328CCDA-E9C0-4561-B7B8-3005BC7D6BDA}" type="presParOf" srcId="{C35B2C05-D99C-45FB-A4E6-9F85F539649D}" destId="{F7F00E94-B0D5-4CB7-AB6B-AE40E18AAF0D}" srcOrd="1" destOrd="0" presId="urn:microsoft.com/office/officeart/2009/3/layout/HorizontalOrganizationChart"/>
    <dgm:cxn modelId="{FDE1E07D-FDD1-4755-ADC5-A38949688042}" type="presParOf" srcId="{C35B2C05-D99C-45FB-A4E6-9F85F539649D}" destId="{892311C4-BCC2-437D-9AA8-14017004A795}" srcOrd="2" destOrd="0" presId="urn:microsoft.com/office/officeart/2009/3/layout/HorizontalOrganizationChart"/>
    <dgm:cxn modelId="{2521ABDD-282C-4C46-BBF3-A5F7E7EEB868}" type="presParOf" srcId="{1D4E1D65-5E94-48C1-96E9-DE8331AD7386}" destId="{4D0F9094-D20D-497F-BFF7-09CE872B5020}" srcOrd="2" destOrd="0" presId="urn:microsoft.com/office/officeart/2009/3/layout/HorizontalOrganizationChart"/>
    <dgm:cxn modelId="{63C078A0-4D3A-498D-A1AA-4C3427F22BFF}" type="presParOf" srcId="{1D4E1D65-5E94-48C1-96E9-DE8331AD7386}" destId="{980EF46D-268C-4010-9DF8-734DB1E62507}" srcOrd="3" destOrd="0" presId="urn:microsoft.com/office/officeart/2009/3/layout/HorizontalOrganizationChart"/>
    <dgm:cxn modelId="{B69DD602-273A-4138-A964-8F1B6356E352}" type="presParOf" srcId="{980EF46D-268C-4010-9DF8-734DB1E62507}" destId="{C7DF3796-42D9-4927-A504-23ADCD8EFF0C}" srcOrd="0" destOrd="0" presId="urn:microsoft.com/office/officeart/2009/3/layout/HorizontalOrganizationChart"/>
    <dgm:cxn modelId="{0A4EBDE1-D831-4BE8-8EB6-DCE0C5892451}" type="presParOf" srcId="{C7DF3796-42D9-4927-A504-23ADCD8EFF0C}" destId="{AC446600-27FC-4EE0-9C89-72A1B9CC7D04}" srcOrd="0" destOrd="0" presId="urn:microsoft.com/office/officeart/2009/3/layout/HorizontalOrganizationChart"/>
    <dgm:cxn modelId="{C3D228B6-3699-48CF-BD8F-52730AF6DA9D}" type="presParOf" srcId="{C7DF3796-42D9-4927-A504-23ADCD8EFF0C}" destId="{E95021E8-5B10-4602-8EC9-2B44A3F0717D}" srcOrd="1" destOrd="0" presId="urn:microsoft.com/office/officeart/2009/3/layout/HorizontalOrganizationChart"/>
    <dgm:cxn modelId="{0DD17FCC-55F3-4E03-BB82-C33D37AB27B9}" type="presParOf" srcId="{980EF46D-268C-4010-9DF8-734DB1E62507}" destId="{3233AE5C-DFF2-4255-B149-BDA7A7E25C40}" srcOrd="1" destOrd="0" presId="urn:microsoft.com/office/officeart/2009/3/layout/HorizontalOrganizationChart"/>
    <dgm:cxn modelId="{B5C5B6F5-5509-44A3-BA4A-D8BBBD990A39}" type="presParOf" srcId="{980EF46D-268C-4010-9DF8-734DB1E62507}" destId="{BAE38E86-F4DF-4888-A1B5-1BC25F7432F0}" srcOrd="2" destOrd="0" presId="urn:microsoft.com/office/officeart/2009/3/layout/HorizontalOrganizationChart"/>
    <dgm:cxn modelId="{8925D0E9-534E-4822-B5E6-647EDE06D44B}" type="presParOf" srcId="{B16A8955-6900-4130-9556-22E1741BD8B3}" destId="{A17D3BF0-EBF5-41AA-8D67-0384D72E824A}" srcOrd="2" destOrd="0" presId="urn:microsoft.com/office/officeart/2009/3/layout/HorizontalOrganizationChart"/>
  </dgm:cxnLst>
  <dgm:bg/>
  <dgm:whole/>
  <dgm:extLst>
    <a:ext uri="http://schemas.microsoft.com/office/drawing/2008/diagram">
      <dsp:dataModelExt xmlns:dsp="http://schemas.microsoft.com/office/drawing/2008/diagram" relId="rId8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AE82813D-2B24-4AD9-A33A-CB2A8AD83FE1}" type="doc">
      <dgm:prSet loTypeId="urn:microsoft.com/office/officeart/2009/3/layout/HorizontalOrganizationChart" loCatId="hierarchy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zh-CN" altLang="en-US"/>
        </a:p>
      </dgm:t>
    </dgm:pt>
    <dgm:pt modelId="{218C6C57-4719-4F64-8A9C-6CC74F325A44}">
      <dgm:prSet phldrT="[文本]"/>
      <dgm:spPr>
        <a:solidFill>
          <a:schemeClr val="accent1">
            <a:hueOff val="0"/>
            <a:satOff val="0"/>
            <a:lumOff val="0"/>
            <a:alpha val="50000"/>
          </a:schemeClr>
        </a:solidFill>
      </dgm:spPr>
      <dgm:t>
        <a:bodyPr/>
        <a:lstStyle/>
        <a:p>
          <a:r>
            <a:rPr lang="zh-CN" altLang="en-US" dirty="0">
              <a:latin typeface="微软雅黑" panose="020B0503020204020204" pitchFamily="34" charset="-122"/>
              <a:ea typeface="微软雅黑" panose="020B0503020204020204" pitchFamily="34" charset="-122"/>
            </a:rPr>
            <a:t>应对方式</a:t>
          </a:r>
        </a:p>
      </dgm:t>
    </dgm:pt>
    <dgm:pt modelId="{A56DE995-7D38-4990-8E55-C7DE129B7BD3}" type="parTrans" cxnId="{F7B0E49A-3173-4094-A811-7DC659F2154A}">
      <dgm:prSet/>
      <dgm:spPr/>
      <dgm:t>
        <a:bodyPr/>
        <a:lstStyle/>
        <a:p>
          <a:endParaRPr lang="zh-CN" altLang="en-US"/>
        </a:p>
      </dgm:t>
    </dgm:pt>
    <dgm:pt modelId="{D496E710-12D9-422F-958C-BE43A1A2D608}" type="sibTrans" cxnId="{F7B0E49A-3173-4094-A811-7DC659F2154A}">
      <dgm:prSet/>
      <dgm:spPr/>
      <dgm:t>
        <a:bodyPr/>
        <a:lstStyle/>
        <a:p>
          <a:endParaRPr lang="zh-CN" altLang="en-US"/>
        </a:p>
      </dgm:t>
    </dgm:pt>
    <dgm:pt modelId="{EEBE8AFD-EC91-4DE7-B53F-09B6ED6DEAE2}">
      <dgm:prSet phldrT="[文本]"/>
      <dgm:spPr/>
      <dgm:t>
        <a:bodyPr/>
        <a:lstStyle/>
        <a:p>
          <a:r>
            <a:rPr lang="zh-CN" altLang="en-US" dirty="0">
              <a:latin typeface="微软雅黑" panose="020B0503020204020204" pitchFamily="34" charset="-122"/>
              <a:ea typeface="微软雅黑" panose="020B0503020204020204" pitchFamily="34" charset="-122"/>
            </a:rPr>
            <a:t>感受</a:t>
          </a:r>
        </a:p>
      </dgm:t>
    </dgm:pt>
    <dgm:pt modelId="{AE506195-3385-46EB-BFEE-27C5AE129B1B}" type="parTrans" cxnId="{E26CC28C-0672-4B96-BE11-7F147CDE349C}">
      <dgm:prSet/>
      <dgm:spPr/>
      <dgm:t>
        <a:bodyPr/>
        <a:lstStyle/>
        <a:p>
          <a:endParaRPr lang="zh-CN" altLang="en-US"/>
        </a:p>
      </dgm:t>
    </dgm:pt>
    <dgm:pt modelId="{6B804D4B-F2FB-4E69-9826-1848D25820A5}" type="sibTrans" cxnId="{E26CC28C-0672-4B96-BE11-7F147CDE349C}">
      <dgm:prSet/>
      <dgm:spPr/>
      <dgm:t>
        <a:bodyPr/>
        <a:lstStyle/>
        <a:p>
          <a:endParaRPr lang="zh-CN" altLang="en-US"/>
        </a:p>
      </dgm:t>
    </dgm:pt>
    <dgm:pt modelId="{E496778C-C886-4A7E-92B4-346E8B6EAA45}">
      <dgm:prSet phldrT="[文本]"/>
      <dgm:spPr/>
      <dgm:t>
        <a:bodyPr/>
        <a:lstStyle/>
        <a:p>
          <a:r>
            <a:rPr lang="zh-CN" altLang="en-US" dirty="0">
              <a:latin typeface="微软雅黑" panose="020B0503020204020204" pitchFamily="34" charset="-122"/>
              <a:ea typeface="微软雅黑" panose="020B0503020204020204" pitchFamily="34" charset="-122"/>
            </a:rPr>
            <a:t>观点</a:t>
          </a:r>
        </a:p>
      </dgm:t>
    </dgm:pt>
    <dgm:pt modelId="{60841102-0ED2-4D0F-8FD0-71363C11144B}" type="parTrans" cxnId="{11B0A101-5241-4465-961C-6F5C6F4967A8}">
      <dgm:prSet/>
      <dgm:spPr/>
      <dgm:t>
        <a:bodyPr/>
        <a:lstStyle/>
        <a:p>
          <a:endParaRPr lang="zh-CN" altLang="en-US"/>
        </a:p>
      </dgm:t>
    </dgm:pt>
    <dgm:pt modelId="{9040AFB9-E1B4-4151-8CAC-378D1776941A}" type="sibTrans" cxnId="{11B0A101-5241-4465-961C-6F5C6F4967A8}">
      <dgm:prSet/>
      <dgm:spPr/>
      <dgm:t>
        <a:bodyPr/>
        <a:lstStyle/>
        <a:p>
          <a:endParaRPr lang="zh-CN" altLang="en-US"/>
        </a:p>
      </dgm:t>
    </dgm:pt>
    <dgm:pt modelId="{4920467B-D3F1-44C2-ABB7-9A9B68AC4482}">
      <dgm:prSet phldrT="[文本]"/>
      <dgm:spPr/>
      <dgm:t>
        <a:bodyPr/>
        <a:lstStyle/>
        <a:p>
          <a:r>
            <a:rPr lang="zh-CN" altLang="en-US" dirty="0">
              <a:latin typeface="微软雅黑" panose="020B0503020204020204" pitchFamily="34" charset="-122"/>
              <a:ea typeface="微软雅黑" panose="020B0503020204020204" pitchFamily="34" charset="-122"/>
            </a:rPr>
            <a:t>期待</a:t>
          </a:r>
        </a:p>
      </dgm:t>
    </dgm:pt>
    <dgm:pt modelId="{995A072D-C19B-49D3-800E-561B7D7F7EA5}" type="parTrans" cxnId="{9C2A208C-B6F5-4D67-8A7C-8D81B8CA1B59}">
      <dgm:prSet/>
      <dgm:spPr/>
      <dgm:t>
        <a:bodyPr/>
        <a:lstStyle/>
        <a:p>
          <a:endParaRPr lang="zh-CN" altLang="en-US"/>
        </a:p>
      </dgm:t>
    </dgm:pt>
    <dgm:pt modelId="{C532D9BE-36A6-4207-953E-5DA45368F39F}" type="sibTrans" cxnId="{9C2A208C-B6F5-4D67-8A7C-8D81B8CA1B59}">
      <dgm:prSet/>
      <dgm:spPr/>
      <dgm:t>
        <a:bodyPr/>
        <a:lstStyle/>
        <a:p>
          <a:endParaRPr lang="zh-CN" altLang="en-US"/>
        </a:p>
      </dgm:t>
    </dgm:pt>
    <dgm:pt modelId="{4D0B01B5-1006-4DDD-9976-081E5D80458F}">
      <dgm:prSet phldrT="[文本]"/>
      <dgm:spPr/>
      <dgm:t>
        <a:bodyPr/>
        <a:lstStyle/>
        <a:p>
          <a:r>
            <a:rPr lang="zh-CN" altLang="en-US" dirty="0">
              <a:latin typeface="微软雅黑" panose="020B0503020204020204" pitchFamily="34" charset="-122"/>
              <a:ea typeface="微软雅黑" panose="020B0503020204020204" pitchFamily="34" charset="-122"/>
            </a:rPr>
            <a:t>渴望</a:t>
          </a:r>
        </a:p>
      </dgm:t>
    </dgm:pt>
    <dgm:pt modelId="{14EFE6E4-3691-43A1-9E73-2827812E3FC2}" type="parTrans" cxnId="{7F0C23EC-1465-414D-9A8C-8A513C779911}">
      <dgm:prSet/>
      <dgm:spPr/>
      <dgm:t>
        <a:bodyPr/>
        <a:lstStyle/>
        <a:p>
          <a:endParaRPr lang="zh-CN" altLang="en-US"/>
        </a:p>
      </dgm:t>
    </dgm:pt>
    <dgm:pt modelId="{79913A79-E5C1-4C6F-B0C5-9EE0137420D3}" type="sibTrans" cxnId="{7F0C23EC-1465-414D-9A8C-8A513C779911}">
      <dgm:prSet/>
      <dgm:spPr/>
      <dgm:t>
        <a:bodyPr/>
        <a:lstStyle/>
        <a:p>
          <a:endParaRPr lang="zh-CN" altLang="en-US"/>
        </a:p>
      </dgm:t>
    </dgm:pt>
    <dgm:pt modelId="{4D7C0A41-ED48-4DB2-8B15-C0407B56DECE}">
      <dgm:prSet phldrT="[文本]"/>
      <dgm:spPr/>
      <dgm:t>
        <a:bodyPr/>
        <a:lstStyle/>
        <a:p>
          <a:r>
            <a:rPr lang="zh-CN" altLang="en-US" b="1" u="sng" dirty="0">
              <a:latin typeface="微软雅黑" panose="020B0503020204020204" pitchFamily="34" charset="-122"/>
              <a:ea typeface="微软雅黑" panose="020B0503020204020204" pitchFamily="34" charset="-122"/>
            </a:rPr>
            <a:t>自我</a:t>
          </a:r>
        </a:p>
      </dgm:t>
    </dgm:pt>
    <dgm:pt modelId="{2D5DD007-091A-4DDC-A49A-DB32691E05A2}" type="parTrans" cxnId="{7B9D390C-98D9-4AB2-992C-317214435869}">
      <dgm:prSet/>
      <dgm:spPr/>
      <dgm:t>
        <a:bodyPr/>
        <a:lstStyle/>
        <a:p>
          <a:endParaRPr lang="zh-CN" altLang="en-US"/>
        </a:p>
      </dgm:t>
    </dgm:pt>
    <dgm:pt modelId="{C8F31D9C-7EC6-49C8-8912-C7CC263D4E1B}" type="sibTrans" cxnId="{7B9D390C-98D9-4AB2-992C-317214435869}">
      <dgm:prSet/>
      <dgm:spPr/>
      <dgm:t>
        <a:bodyPr/>
        <a:lstStyle/>
        <a:p>
          <a:endParaRPr lang="zh-CN" altLang="en-US"/>
        </a:p>
      </dgm:t>
    </dgm:pt>
    <dgm:pt modelId="{A7FE25AB-C9D6-4CC4-84D3-42E8F29ECAF3}" type="pres">
      <dgm:prSet presAssocID="{AE82813D-2B24-4AD9-A33A-CB2A8AD83FE1}" presName="hierChild1" presStyleCnt="0">
        <dgm:presLayoutVars>
          <dgm:orgChart val="1"/>
          <dgm:chPref val="1"/>
          <dgm:dir val="rev"/>
          <dgm:animOne val="branch"/>
          <dgm:animLvl val="lvl"/>
          <dgm:resizeHandles/>
        </dgm:presLayoutVars>
      </dgm:prSet>
      <dgm:spPr/>
    </dgm:pt>
    <dgm:pt modelId="{1D4E7384-A728-4B84-AEA8-CB48418A24CD}" type="pres">
      <dgm:prSet presAssocID="{218C6C57-4719-4F64-8A9C-6CC74F325A44}" presName="hierRoot1" presStyleCnt="0">
        <dgm:presLayoutVars>
          <dgm:hierBranch val="init"/>
        </dgm:presLayoutVars>
      </dgm:prSet>
      <dgm:spPr/>
    </dgm:pt>
    <dgm:pt modelId="{6299D362-4BE7-41F7-BA2A-F1E1C995FDE6}" type="pres">
      <dgm:prSet presAssocID="{218C6C57-4719-4F64-8A9C-6CC74F325A44}" presName="rootComposite1" presStyleCnt="0"/>
      <dgm:spPr/>
    </dgm:pt>
    <dgm:pt modelId="{C15C99C5-D79B-4FE9-B662-3071778D00AA}" type="pres">
      <dgm:prSet presAssocID="{218C6C57-4719-4F64-8A9C-6CC74F325A44}" presName="rootText1" presStyleLbl="node0" presStyleIdx="0" presStyleCnt="1" custLinFactX="12736" custLinFactY="-100000" custLinFactNeighborX="100000" custLinFactNeighborY="-182125">
        <dgm:presLayoutVars>
          <dgm:chPref val="3"/>
        </dgm:presLayoutVars>
      </dgm:prSet>
      <dgm:spPr/>
    </dgm:pt>
    <dgm:pt modelId="{1A9A0A50-6A09-407C-9C82-205FE3FF9DE3}" type="pres">
      <dgm:prSet presAssocID="{218C6C57-4719-4F64-8A9C-6CC74F325A44}" presName="rootConnector1" presStyleLbl="node1" presStyleIdx="0" presStyleCnt="0"/>
      <dgm:spPr/>
    </dgm:pt>
    <dgm:pt modelId="{02B77E26-33CF-4CE0-99F6-BD781FDD3394}" type="pres">
      <dgm:prSet presAssocID="{218C6C57-4719-4F64-8A9C-6CC74F325A44}" presName="hierChild2" presStyleCnt="0"/>
      <dgm:spPr/>
    </dgm:pt>
    <dgm:pt modelId="{3EC05BF4-F328-4295-8A91-E49933730DCF}" type="pres">
      <dgm:prSet presAssocID="{AE506195-3385-46EB-BFEE-27C5AE129B1B}" presName="Name66" presStyleLbl="parChTrans1D2" presStyleIdx="0" presStyleCnt="5"/>
      <dgm:spPr/>
    </dgm:pt>
    <dgm:pt modelId="{DAD407B3-37E4-4686-A110-2B1B9505ACC6}" type="pres">
      <dgm:prSet presAssocID="{EEBE8AFD-EC91-4DE7-B53F-09B6ED6DEAE2}" presName="hierRoot2" presStyleCnt="0">
        <dgm:presLayoutVars>
          <dgm:hierBranch val="init"/>
        </dgm:presLayoutVars>
      </dgm:prSet>
      <dgm:spPr/>
    </dgm:pt>
    <dgm:pt modelId="{DCEA98BE-1305-40FD-B755-6030C6859C65}" type="pres">
      <dgm:prSet presAssocID="{EEBE8AFD-EC91-4DE7-B53F-09B6ED6DEAE2}" presName="rootComposite" presStyleCnt="0"/>
      <dgm:spPr/>
    </dgm:pt>
    <dgm:pt modelId="{21CC6754-0BEA-4E21-AA1D-F6DB95D69750}" type="pres">
      <dgm:prSet presAssocID="{EEBE8AFD-EC91-4DE7-B53F-09B6ED6DEAE2}" presName="rootText" presStyleLbl="node2" presStyleIdx="0" presStyleCnt="5">
        <dgm:presLayoutVars>
          <dgm:chPref val="3"/>
        </dgm:presLayoutVars>
      </dgm:prSet>
      <dgm:spPr/>
    </dgm:pt>
    <dgm:pt modelId="{D94A2E62-A71C-48A3-935D-562BC337128D}" type="pres">
      <dgm:prSet presAssocID="{EEBE8AFD-EC91-4DE7-B53F-09B6ED6DEAE2}" presName="rootConnector" presStyleLbl="node2" presStyleIdx="0" presStyleCnt="5"/>
      <dgm:spPr/>
    </dgm:pt>
    <dgm:pt modelId="{8F2294E1-01E9-4BDC-85DE-4E82C2ABAB66}" type="pres">
      <dgm:prSet presAssocID="{EEBE8AFD-EC91-4DE7-B53F-09B6ED6DEAE2}" presName="hierChild4" presStyleCnt="0"/>
      <dgm:spPr/>
    </dgm:pt>
    <dgm:pt modelId="{24253618-B2B9-487A-924C-FB216E82045D}" type="pres">
      <dgm:prSet presAssocID="{EEBE8AFD-EC91-4DE7-B53F-09B6ED6DEAE2}" presName="hierChild5" presStyleCnt="0"/>
      <dgm:spPr/>
    </dgm:pt>
    <dgm:pt modelId="{458AF680-A919-45EF-A851-7B509256BF73}" type="pres">
      <dgm:prSet presAssocID="{60841102-0ED2-4D0F-8FD0-71363C11144B}" presName="Name66" presStyleLbl="parChTrans1D2" presStyleIdx="1" presStyleCnt="5"/>
      <dgm:spPr/>
    </dgm:pt>
    <dgm:pt modelId="{D426B429-6E19-47A9-B763-90D0E52EFA6B}" type="pres">
      <dgm:prSet presAssocID="{E496778C-C886-4A7E-92B4-346E8B6EAA45}" presName="hierRoot2" presStyleCnt="0">
        <dgm:presLayoutVars>
          <dgm:hierBranch val="init"/>
        </dgm:presLayoutVars>
      </dgm:prSet>
      <dgm:spPr/>
    </dgm:pt>
    <dgm:pt modelId="{A3DB092A-8633-40B2-90B2-231083F39004}" type="pres">
      <dgm:prSet presAssocID="{E496778C-C886-4A7E-92B4-346E8B6EAA45}" presName="rootComposite" presStyleCnt="0"/>
      <dgm:spPr/>
    </dgm:pt>
    <dgm:pt modelId="{E7013A5D-13E4-4128-AF7F-7D26A05BBF10}" type="pres">
      <dgm:prSet presAssocID="{E496778C-C886-4A7E-92B4-346E8B6EAA45}" presName="rootText" presStyleLbl="node2" presStyleIdx="1" presStyleCnt="5">
        <dgm:presLayoutVars>
          <dgm:chPref val="3"/>
        </dgm:presLayoutVars>
      </dgm:prSet>
      <dgm:spPr/>
    </dgm:pt>
    <dgm:pt modelId="{D633CD3B-0924-4E68-9992-685553C73D0B}" type="pres">
      <dgm:prSet presAssocID="{E496778C-C886-4A7E-92B4-346E8B6EAA45}" presName="rootConnector" presStyleLbl="node2" presStyleIdx="1" presStyleCnt="5"/>
      <dgm:spPr/>
    </dgm:pt>
    <dgm:pt modelId="{297C398D-A436-4B98-9B6B-767D0D877FD0}" type="pres">
      <dgm:prSet presAssocID="{E496778C-C886-4A7E-92B4-346E8B6EAA45}" presName="hierChild4" presStyleCnt="0"/>
      <dgm:spPr/>
    </dgm:pt>
    <dgm:pt modelId="{227308AB-CC59-46BB-B140-0BE1968CBE75}" type="pres">
      <dgm:prSet presAssocID="{E496778C-C886-4A7E-92B4-346E8B6EAA45}" presName="hierChild5" presStyleCnt="0"/>
      <dgm:spPr/>
    </dgm:pt>
    <dgm:pt modelId="{C2D0E196-0430-45E8-95ED-58198A615E12}" type="pres">
      <dgm:prSet presAssocID="{995A072D-C19B-49D3-800E-561B7D7F7EA5}" presName="Name66" presStyleLbl="parChTrans1D2" presStyleIdx="2" presStyleCnt="5"/>
      <dgm:spPr/>
    </dgm:pt>
    <dgm:pt modelId="{79DDF679-202B-47A2-8536-D43BCA42BF29}" type="pres">
      <dgm:prSet presAssocID="{4920467B-D3F1-44C2-ABB7-9A9B68AC4482}" presName="hierRoot2" presStyleCnt="0">
        <dgm:presLayoutVars>
          <dgm:hierBranch val="init"/>
        </dgm:presLayoutVars>
      </dgm:prSet>
      <dgm:spPr/>
    </dgm:pt>
    <dgm:pt modelId="{883C236D-6BBE-4A44-834F-0823645BEAF1}" type="pres">
      <dgm:prSet presAssocID="{4920467B-D3F1-44C2-ABB7-9A9B68AC4482}" presName="rootComposite" presStyleCnt="0"/>
      <dgm:spPr/>
    </dgm:pt>
    <dgm:pt modelId="{3F433881-2382-4C8B-9C25-C8C740370B56}" type="pres">
      <dgm:prSet presAssocID="{4920467B-D3F1-44C2-ABB7-9A9B68AC4482}" presName="rootText" presStyleLbl="node2" presStyleIdx="2" presStyleCnt="5">
        <dgm:presLayoutVars>
          <dgm:chPref val="3"/>
        </dgm:presLayoutVars>
      </dgm:prSet>
      <dgm:spPr/>
    </dgm:pt>
    <dgm:pt modelId="{3BC32ABE-1DF1-4C8D-87E0-BD070FA68ACF}" type="pres">
      <dgm:prSet presAssocID="{4920467B-D3F1-44C2-ABB7-9A9B68AC4482}" presName="rootConnector" presStyleLbl="node2" presStyleIdx="2" presStyleCnt="5"/>
      <dgm:spPr/>
    </dgm:pt>
    <dgm:pt modelId="{D6C10BE8-746C-4A1F-887F-51434FFECC7A}" type="pres">
      <dgm:prSet presAssocID="{4920467B-D3F1-44C2-ABB7-9A9B68AC4482}" presName="hierChild4" presStyleCnt="0"/>
      <dgm:spPr/>
    </dgm:pt>
    <dgm:pt modelId="{49C9F750-C01B-4E0E-9EDD-C827DAC58BD1}" type="pres">
      <dgm:prSet presAssocID="{4920467B-D3F1-44C2-ABB7-9A9B68AC4482}" presName="hierChild5" presStyleCnt="0"/>
      <dgm:spPr/>
    </dgm:pt>
    <dgm:pt modelId="{C370EEBD-9684-48F9-ACCB-673746AF7080}" type="pres">
      <dgm:prSet presAssocID="{14EFE6E4-3691-43A1-9E73-2827812E3FC2}" presName="Name66" presStyleLbl="parChTrans1D2" presStyleIdx="3" presStyleCnt="5"/>
      <dgm:spPr/>
    </dgm:pt>
    <dgm:pt modelId="{E346C0F7-00E7-4856-BBF8-8B8413F0353A}" type="pres">
      <dgm:prSet presAssocID="{4D0B01B5-1006-4DDD-9976-081E5D80458F}" presName="hierRoot2" presStyleCnt="0">
        <dgm:presLayoutVars>
          <dgm:hierBranch val="init"/>
        </dgm:presLayoutVars>
      </dgm:prSet>
      <dgm:spPr/>
    </dgm:pt>
    <dgm:pt modelId="{A26ED4B6-7228-435E-978C-AEE0CCFDD655}" type="pres">
      <dgm:prSet presAssocID="{4D0B01B5-1006-4DDD-9976-081E5D80458F}" presName="rootComposite" presStyleCnt="0"/>
      <dgm:spPr/>
    </dgm:pt>
    <dgm:pt modelId="{5733F7CB-CDEB-4071-83E7-7777EEB2A036}" type="pres">
      <dgm:prSet presAssocID="{4D0B01B5-1006-4DDD-9976-081E5D80458F}" presName="rootText" presStyleLbl="node2" presStyleIdx="3" presStyleCnt="5">
        <dgm:presLayoutVars>
          <dgm:chPref val="3"/>
        </dgm:presLayoutVars>
      </dgm:prSet>
      <dgm:spPr/>
    </dgm:pt>
    <dgm:pt modelId="{7630BCFA-9E09-4681-B1BD-65769C6B0315}" type="pres">
      <dgm:prSet presAssocID="{4D0B01B5-1006-4DDD-9976-081E5D80458F}" presName="rootConnector" presStyleLbl="node2" presStyleIdx="3" presStyleCnt="5"/>
      <dgm:spPr/>
    </dgm:pt>
    <dgm:pt modelId="{899595C8-62EF-47F8-9D02-D385632BD1F9}" type="pres">
      <dgm:prSet presAssocID="{4D0B01B5-1006-4DDD-9976-081E5D80458F}" presName="hierChild4" presStyleCnt="0"/>
      <dgm:spPr/>
    </dgm:pt>
    <dgm:pt modelId="{E95BBD56-88F6-426E-B7D6-3167A1AF0A7D}" type="pres">
      <dgm:prSet presAssocID="{4D0B01B5-1006-4DDD-9976-081E5D80458F}" presName="hierChild5" presStyleCnt="0"/>
      <dgm:spPr/>
    </dgm:pt>
    <dgm:pt modelId="{67CBEA5E-F7C7-4C18-8126-F476EE8C5AEC}" type="pres">
      <dgm:prSet presAssocID="{2D5DD007-091A-4DDC-A49A-DB32691E05A2}" presName="Name66" presStyleLbl="parChTrans1D2" presStyleIdx="4" presStyleCnt="5"/>
      <dgm:spPr/>
    </dgm:pt>
    <dgm:pt modelId="{83AD1FA1-05E6-41EC-BA20-81686604729E}" type="pres">
      <dgm:prSet presAssocID="{4D7C0A41-ED48-4DB2-8B15-C0407B56DECE}" presName="hierRoot2" presStyleCnt="0">
        <dgm:presLayoutVars>
          <dgm:hierBranch val="init"/>
        </dgm:presLayoutVars>
      </dgm:prSet>
      <dgm:spPr/>
    </dgm:pt>
    <dgm:pt modelId="{924DD7E8-2D88-4522-9FB1-41D3A1544713}" type="pres">
      <dgm:prSet presAssocID="{4D7C0A41-ED48-4DB2-8B15-C0407B56DECE}" presName="rootComposite" presStyleCnt="0"/>
      <dgm:spPr/>
    </dgm:pt>
    <dgm:pt modelId="{17381414-FD35-49D5-8CBE-40CA251AEFF3}" type="pres">
      <dgm:prSet presAssocID="{4D7C0A41-ED48-4DB2-8B15-C0407B56DECE}" presName="rootText" presStyleLbl="node2" presStyleIdx="4" presStyleCnt="5">
        <dgm:presLayoutVars>
          <dgm:chPref val="3"/>
        </dgm:presLayoutVars>
      </dgm:prSet>
      <dgm:spPr/>
    </dgm:pt>
    <dgm:pt modelId="{84606342-75DC-4E65-9BA8-44F9F12ED751}" type="pres">
      <dgm:prSet presAssocID="{4D7C0A41-ED48-4DB2-8B15-C0407B56DECE}" presName="rootConnector" presStyleLbl="node2" presStyleIdx="4" presStyleCnt="5"/>
      <dgm:spPr/>
    </dgm:pt>
    <dgm:pt modelId="{81BE1734-5C94-426F-9EF0-00702C6C99B8}" type="pres">
      <dgm:prSet presAssocID="{4D7C0A41-ED48-4DB2-8B15-C0407B56DECE}" presName="hierChild4" presStyleCnt="0"/>
      <dgm:spPr/>
    </dgm:pt>
    <dgm:pt modelId="{1A0DFEBD-6E1F-432D-AFC7-6BB7DB4F5844}" type="pres">
      <dgm:prSet presAssocID="{4D7C0A41-ED48-4DB2-8B15-C0407B56DECE}" presName="hierChild5" presStyleCnt="0"/>
      <dgm:spPr/>
    </dgm:pt>
    <dgm:pt modelId="{2E05C7DA-59E7-4CA6-8E97-A92ACD17ED84}" type="pres">
      <dgm:prSet presAssocID="{218C6C57-4719-4F64-8A9C-6CC74F325A44}" presName="hierChild3" presStyleCnt="0"/>
      <dgm:spPr/>
    </dgm:pt>
  </dgm:ptLst>
  <dgm:cxnLst>
    <dgm:cxn modelId="{11B0A101-5241-4465-961C-6F5C6F4967A8}" srcId="{218C6C57-4719-4F64-8A9C-6CC74F325A44}" destId="{E496778C-C886-4A7E-92B4-346E8B6EAA45}" srcOrd="1" destOrd="0" parTransId="{60841102-0ED2-4D0F-8FD0-71363C11144B}" sibTransId="{9040AFB9-E1B4-4151-8CAC-378D1776941A}"/>
    <dgm:cxn modelId="{644C3702-2E7C-4EA3-AF6F-CD85073B05F2}" type="presOf" srcId="{AE82813D-2B24-4AD9-A33A-CB2A8AD83FE1}" destId="{A7FE25AB-C9D6-4CC4-84D3-42E8F29ECAF3}" srcOrd="0" destOrd="0" presId="urn:microsoft.com/office/officeart/2009/3/layout/HorizontalOrganizationChart"/>
    <dgm:cxn modelId="{0701B009-34FE-485C-BAEF-37BD05A13242}" type="presOf" srcId="{EEBE8AFD-EC91-4DE7-B53F-09B6ED6DEAE2}" destId="{21CC6754-0BEA-4E21-AA1D-F6DB95D69750}" srcOrd="0" destOrd="0" presId="urn:microsoft.com/office/officeart/2009/3/layout/HorizontalOrganizationChart"/>
    <dgm:cxn modelId="{7B9D390C-98D9-4AB2-992C-317214435869}" srcId="{218C6C57-4719-4F64-8A9C-6CC74F325A44}" destId="{4D7C0A41-ED48-4DB2-8B15-C0407B56DECE}" srcOrd="4" destOrd="0" parTransId="{2D5DD007-091A-4DDC-A49A-DB32691E05A2}" sibTransId="{C8F31D9C-7EC6-49C8-8912-C7CC263D4E1B}"/>
    <dgm:cxn modelId="{E282BB1A-8FB9-4640-BF9E-99103BBEA848}" type="presOf" srcId="{218C6C57-4719-4F64-8A9C-6CC74F325A44}" destId="{1A9A0A50-6A09-407C-9C82-205FE3FF9DE3}" srcOrd="1" destOrd="0" presId="urn:microsoft.com/office/officeart/2009/3/layout/HorizontalOrganizationChart"/>
    <dgm:cxn modelId="{BE04BE1D-0DD4-45AB-8D98-E504532AC325}" type="presOf" srcId="{EEBE8AFD-EC91-4DE7-B53F-09B6ED6DEAE2}" destId="{D94A2E62-A71C-48A3-935D-562BC337128D}" srcOrd="1" destOrd="0" presId="urn:microsoft.com/office/officeart/2009/3/layout/HorizontalOrganizationChart"/>
    <dgm:cxn modelId="{93ACF620-2436-4687-A3BE-25AAC6CF9BA3}" type="presOf" srcId="{218C6C57-4719-4F64-8A9C-6CC74F325A44}" destId="{C15C99C5-D79B-4FE9-B662-3071778D00AA}" srcOrd="0" destOrd="0" presId="urn:microsoft.com/office/officeart/2009/3/layout/HorizontalOrganizationChart"/>
    <dgm:cxn modelId="{AB8AB133-4E55-4F8C-B8D3-007E4E319249}" type="presOf" srcId="{2D5DD007-091A-4DDC-A49A-DB32691E05A2}" destId="{67CBEA5E-F7C7-4C18-8126-F476EE8C5AEC}" srcOrd="0" destOrd="0" presId="urn:microsoft.com/office/officeart/2009/3/layout/HorizontalOrganizationChart"/>
    <dgm:cxn modelId="{6DBDBA5C-8F26-47BC-BE8E-C6839FA6BA30}" type="presOf" srcId="{4D7C0A41-ED48-4DB2-8B15-C0407B56DECE}" destId="{84606342-75DC-4E65-9BA8-44F9F12ED751}" srcOrd="1" destOrd="0" presId="urn:microsoft.com/office/officeart/2009/3/layout/HorizontalOrganizationChart"/>
    <dgm:cxn modelId="{A1373D41-0DF9-4AA3-A115-093F4146BBB5}" type="presOf" srcId="{4D7C0A41-ED48-4DB2-8B15-C0407B56DECE}" destId="{17381414-FD35-49D5-8CBE-40CA251AEFF3}" srcOrd="0" destOrd="0" presId="urn:microsoft.com/office/officeart/2009/3/layout/HorizontalOrganizationChart"/>
    <dgm:cxn modelId="{D91B9566-10B6-4E2B-BE3C-CC489BE3E8D4}" type="presOf" srcId="{AE506195-3385-46EB-BFEE-27C5AE129B1B}" destId="{3EC05BF4-F328-4295-8A91-E49933730DCF}" srcOrd="0" destOrd="0" presId="urn:microsoft.com/office/officeart/2009/3/layout/HorizontalOrganizationChart"/>
    <dgm:cxn modelId="{95CA736E-BDBC-4E89-8435-B5FC31EA9162}" type="presOf" srcId="{4920467B-D3F1-44C2-ABB7-9A9B68AC4482}" destId="{3F433881-2382-4C8B-9C25-C8C740370B56}" srcOrd="0" destOrd="0" presId="urn:microsoft.com/office/officeart/2009/3/layout/HorizontalOrganizationChart"/>
    <dgm:cxn modelId="{C4884157-ABC8-446C-9E47-90BF273D107D}" type="presOf" srcId="{4D0B01B5-1006-4DDD-9976-081E5D80458F}" destId="{5733F7CB-CDEB-4071-83E7-7777EEB2A036}" srcOrd="0" destOrd="0" presId="urn:microsoft.com/office/officeart/2009/3/layout/HorizontalOrganizationChart"/>
    <dgm:cxn modelId="{95A3087D-C92D-4D19-9513-259B31C511A2}" type="presOf" srcId="{E496778C-C886-4A7E-92B4-346E8B6EAA45}" destId="{D633CD3B-0924-4E68-9992-685553C73D0B}" srcOrd="1" destOrd="0" presId="urn:microsoft.com/office/officeart/2009/3/layout/HorizontalOrganizationChart"/>
    <dgm:cxn modelId="{9C2A208C-B6F5-4D67-8A7C-8D81B8CA1B59}" srcId="{218C6C57-4719-4F64-8A9C-6CC74F325A44}" destId="{4920467B-D3F1-44C2-ABB7-9A9B68AC4482}" srcOrd="2" destOrd="0" parTransId="{995A072D-C19B-49D3-800E-561B7D7F7EA5}" sibTransId="{C532D9BE-36A6-4207-953E-5DA45368F39F}"/>
    <dgm:cxn modelId="{E26CC28C-0672-4B96-BE11-7F147CDE349C}" srcId="{218C6C57-4719-4F64-8A9C-6CC74F325A44}" destId="{EEBE8AFD-EC91-4DE7-B53F-09B6ED6DEAE2}" srcOrd="0" destOrd="0" parTransId="{AE506195-3385-46EB-BFEE-27C5AE129B1B}" sibTransId="{6B804D4B-F2FB-4E69-9826-1848D25820A5}"/>
    <dgm:cxn modelId="{4EA73999-BD13-4FA5-B145-3BB56000DAAC}" type="presOf" srcId="{4920467B-D3F1-44C2-ABB7-9A9B68AC4482}" destId="{3BC32ABE-1DF1-4C8D-87E0-BD070FA68ACF}" srcOrd="1" destOrd="0" presId="urn:microsoft.com/office/officeart/2009/3/layout/HorizontalOrganizationChart"/>
    <dgm:cxn modelId="{1508C29A-4D49-4450-81D7-21714BC758B1}" type="presOf" srcId="{995A072D-C19B-49D3-800E-561B7D7F7EA5}" destId="{C2D0E196-0430-45E8-95ED-58198A615E12}" srcOrd="0" destOrd="0" presId="urn:microsoft.com/office/officeart/2009/3/layout/HorizontalOrganizationChart"/>
    <dgm:cxn modelId="{F7B0E49A-3173-4094-A811-7DC659F2154A}" srcId="{AE82813D-2B24-4AD9-A33A-CB2A8AD83FE1}" destId="{218C6C57-4719-4F64-8A9C-6CC74F325A44}" srcOrd="0" destOrd="0" parTransId="{A56DE995-7D38-4990-8E55-C7DE129B7BD3}" sibTransId="{D496E710-12D9-422F-958C-BE43A1A2D608}"/>
    <dgm:cxn modelId="{A626C6AC-5593-4CF9-98A2-EEC3C85BBE9A}" type="presOf" srcId="{E496778C-C886-4A7E-92B4-346E8B6EAA45}" destId="{E7013A5D-13E4-4128-AF7F-7D26A05BBF10}" srcOrd="0" destOrd="0" presId="urn:microsoft.com/office/officeart/2009/3/layout/HorizontalOrganizationChart"/>
    <dgm:cxn modelId="{ED817BCE-6EDE-46ED-8AAC-904A29820ABB}" type="presOf" srcId="{4D0B01B5-1006-4DDD-9976-081E5D80458F}" destId="{7630BCFA-9E09-4681-B1BD-65769C6B0315}" srcOrd="1" destOrd="0" presId="urn:microsoft.com/office/officeart/2009/3/layout/HorizontalOrganizationChart"/>
    <dgm:cxn modelId="{064233D8-763F-420C-88F1-8FAD4A990EB5}" type="presOf" srcId="{60841102-0ED2-4D0F-8FD0-71363C11144B}" destId="{458AF680-A919-45EF-A851-7B509256BF73}" srcOrd="0" destOrd="0" presId="urn:microsoft.com/office/officeart/2009/3/layout/HorizontalOrganizationChart"/>
    <dgm:cxn modelId="{7F0C23EC-1465-414D-9A8C-8A513C779911}" srcId="{218C6C57-4719-4F64-8A9C-6CC74F325A44}" destId="{4D0B01B5-1006-4DDD-9976-081E5D80458F}" srcOrd="3" destOrd="0" parTransId="{14EFE6E4-3691-43A1-9E73-2827812E3FC2}" sibTransId="{79913A79-E5C1-4C6F-B0C5-9EE0137420D3}"/>
    <dgm:cxn modelId="{DC8CFFFE-B25F-458A-B1AD-9178E9650F15}" type="presOf" srcId="{14EFE6E4-3691-43A1-9E73-2827812E3FC2}" destId="{C370EEBD-9684-48F9-ACCB-673746AF7080}" srcOrd="0" destOrd="0" presId="urn:microsoft.com/office/officeart/2009/3/layout/HorizontalOrganizationChart"/>
    <dgm:cxn modelId="{7D43E0CE-D863-4BC6-9C5C-44770A9F74E6}" type="presParOf" srcId="{A7FE25AB-C9D6-4CC4-84D3-42E8F29ECAF3}" destId="{1D4E7384-A728-4B84-AEA8-CB48418A24CD}" srcOrd="0" destOrd="0" presId="urn:microsoft.com/office/officeart/2009/3/layout/HorizontalOrganizationChart"/>
    <dgm:cxn modelId="{777AE04D-B9B6-4CA1-9A05-ED297B245A81}" type="presParOf" srcId="{1D4E7384-A728-4B84-AEA8-CB48418A24CD}" destId="{6299D362-4BE7-41F7-BA2A-F1E1C995FDE6}" srcOrd="0" destOrd="0" presId="urn:microsoft.com/office/officeart/2009/3/layout/HorizontalOrganizationChart"/>
    <dgm:cxn modelId="{96896ECF-166B-476E-A45A-F0F3C155B722}" type="presParOf" srcId="{6299D362-4BE7-41F7-BA2A-F1E1C995FDE6}" destId="{C15C99C5-D79B-4FE9-B662-3071778D00AA}" srcOrd="0" destOrd="0" presId="urn:microsoft.com/office/officeart/2009/3/layout/HorizontalOrganizationChart"/>
    <dgm:cxn modelId="{6E4BA01B-0E1A-45CC-A719-AD2B082AF81C}" type="presParOf" srcId="{6299D362-4BE7-41F7-BA2A-F1E1C995FDE6}" destId="{1A9A0A50-6A09-407C-9C82-205FE3FF9DE3}" srcOrd="1" destOrd="0" presId="urn:microsoft.com/office/officeart/2009/3/layout/HorizontalOrganizationChart"/>
    <dgm:cxn modelId="{3DFE5E43-9A56-4BA4-9477-6BBB4538566C}" type="presParOf" srcId="{1D4E7384-A728-4B84-AEA8-CB48418A24CD}" destId="{02B77E26-33CF-4CE0-99F6-BD781FDD3394}" srcOrd="1" destOrd="0" presId="urn:microsoft.com/office/officeart/2009/3/layout/HorizontalOrganizationChart"/>
    <dgm:cxn modelId="{4D967C5C-38AD-4E26-B97F-2A2BE3AE9DF9}" type="presParOf" srcId="{02B77E26-33CF-4CE0-99F6-BD781FDD3394}" destId="{3EC05BF4-F328-4295-8A91-E49933730DCF}" srcOrd="0" destOrd="0" presId="urn:microsoft.com/office/officeart/2009/3/layout/HorizontalOrganizationChart"/>
    <dgm:cxn modelId="{20CCA1F0-BDD7-43E5-BFA7-39F3BFC8146B}" type="presParOf" srcId="{02B77E26-33CF-4CE0-99F6-BD781FDD3394}" destId="{DAD407B3-37E4-4686-A110-2B1B9505ACC6}" srcOrd="1" destOrd="0" presId="urn:microsoft.com/office/officeart/2009/3/layout/HorizontalOrganizationChart"/>
    <dgm:cxn modelId="{A01FC333-2E41-47AB-9EBA-CF00916FED92}" type="presParOf" srcId="{DAD407B3-37E4-4686-A110-2B1B9505ACC6}" destId="{DCEA98BE-1305-40FD-B755-6030C6859C65}" srcOrd="0" destOrd="0" presId="urn:microsoft.com/office/officeart/2009/3/layout/HorizontalOrganizationChart"/>
    <dgm:cxn modelId="{94E5845B-333F-4A4C-A658-C6CC3852726F}" type="presParOf" srcId="{DCEA98BE-1305-40FD-B755-6030C6859C65}" destId="{21CC6754-0BEA-4E21-AA1D-F6DB95D69750}" srcOrd="0" destOrd="0" presId="urn:microsoft.com/office/officeart/2009/3/layout/HorizontalOrganizationChart"/>
    <dgm:cxn modelId="{069BE8BE-B4AE-418A-AD7F-514B88182B63}" type="presParOf" srcId="{DCEA98BE-1305-40FD-B755-6030C6859C65}" destId="{D94A2E62-A71C-48A3-935D-562BC337128D}" srcOrd="1" destOrd="0" presId="urn:microsoft.com/office/officeart/2009/3/layout/HorizontalOrganizationChart"/>
    <dgm:cxn modelId="{289618C7-A95C-43EC-8C53-E3CB2ED2688E}" type="presParOf" srcId="{DAD407B3-37E4-4686-A110-2B1B9505ACC6}" destId="{8F2294E1-01E9-4BDC-85DE-4E82C2ABAB66}" srcOrd="1" destOrd="0" presId="urn:microsoft.com/office/officeart/2009/3/layout/HorizontalOrganizationChart"/>
    <dgm:cxn modelId="{B4C3571A-48BC-4BCE-95D7-C3377CDE1E58}" type="presParOf" srcId="{DAD407B3-37E4-4686-A110-2B1B9505ACC6}" destId="{24253618-B2B9-487A-924C-FB216E82045D}" srcOrd="2" destOrd="0" presId="urn:microsoft.com/office/officeart/2009/3/layout/HorizontalOrganizationChart"/>
    <dgm:cxn modelId="{E2046081-9B60-44F2-9152-31E57FD67DB4}" type="presParOf" srcId="{02B77E26-33CF-4CE0-99F6-BD781FDD3394}" destId="{458AF680-A919-45EF-A851-7B509256BF73}" srcOrd="2" destOrd="0" presId="urn:microsoft.com/office/officeart/2009/3/layout/HorizontalOrganizationChart"/>
    <dgm:cxn modelId="{5434942D-FFAE-49B8-ACD5-A0F551B55E04}" type="presParOf" srcId="{02B77E26-33CF-4CE0-99F6-BD781FDD3394}" destId="{D426B429-6E19-47A9-B763-90D0E52EFA6B}" srcOrd="3" destOrd="0" presId="urn:microsoft.com/office/officeart/2009/3/layout/HorizontalOrganizationChart"/>
    <dgm:cxn modelId="{B9213832-2426-4607-AB8C-8854141B94B7}" type="presParOf" srcId="{D426B429-6E19-47A9-B763-90D0E52EFA6B}" destId="{A3DB092A-8633-40B2-90B2-231083F39004}" srcOrd="0" destOrd="0" presId="urn:microsoft.com/office/officeart/2009/3/layout/HorizontalOrganizationChart"/>
    <dgm:cxn modelId="{54E30340-A220-4644-9F61-1F1775C08654}" type="presParOf" srcId="{A3DB092A-8633-40B2-90B2-231083F39004}" destId="{E7013A5D-13E4-4128-AF7F-7D26A05BBF10}" srcOrd="0" destOrd="0" presId="urn:microsoft.com/office/officeart/2009/3/layout/HorizontalOrganizationChart"/>
    <dgm:cxn modelId="{788573C6-BE7E-4DAB-B5C1-968970F4D7E5}" type="presParOf" srcId="{A3DB092A-8633-40B2-90B2-231083F39004}" destId="{D633CD3B-0924-4E68-9992-685553C73D0B}" srcOrd="1" destOrd="0" presId="urn:microsoft.com/office/officeart/2009/3/layout/HorizontalOrganizationChart"/>
    <dgm:cxn modelId="{959BE8FC-8EF0-4847-A048-19DC0854CDB5}" type="presParOf" srcId="{D426B429-6E19-47A9-B763-90D0E52EFA6B}" destId="{297C398D-A436-4B98-9B6B-767D0D877FD0}" srcOrd="1" destOrd="0" presId="urn:microsoft.com/office/officeart/2009/3/layout/HorizontalOrganizationChart"/>
    <dgm:cxn modelId="{E7AF3C8E-3BDB-47D3-9258-1F03F5E9E791}" type="presParOf" srcId="{D426B429-6E19-47A9-B763-90D0E52EFA6B}" destId="{227308AB-CC59-46BB-B140-0BE1968CBE75}" srcOrd="2" destOrd="0" presId="urn:microsoft.com/office/officeart/2009/3/layout/HorizontalOrganizationChart"/>
    <dgm:cxn modelId="{F45012D0-8737-48E6-A4CE-709D0472B9D5}" type="presParOf" srcId="{02B77E26-33CF-4CE0-99F6-BD781FDD3394}" destId="{C2D0E196-0430-45E8-95ED-58198A615E12}" srcOrd="4" destOrd="0" presId="urn:microsoft.com/office/officeart/2009/3/layout/HorizontalOrganizationChart"/>
    <dgm:cxn modelId="{A5661B90-F0D8-4314-8008-0AB8BE5D3A27}" type="presParOf" srcId="{02B77E26-33CF-4CE0-99F6-BD781FDD3394}" destId="{79DDF679-202B-47A2-8536-D43BCA42BF29}" srcOrd="5" destOrd="0" presId="urn:microsoft.com/office/officeart/2009/3/layout/HorizontalOrganizationChart"/>
    <dgm:cxn modelId="{4F7A6399-FCD5-4A67-91B7-5A12BC9F0260}" type="presParOf" srcId="{79DDF679-202B-47A2-8536-D43BCA42BF29}" destId="{883C236D-6BBE-4A44-834F-0823645BEAF1}" srcOrd="0" destOrd="0" presId="urn:microsoft.com/office/officeart/2009/3/layout/HorizontalOrganizationChart"/>
    <dgm:cxn modelId="{36EDA442-4A5A-43F7-9EFC-5774ABF43BC9}" type="presParOf" srcId="{883C236D-6BBE-4A44-834F-0823645BEAF1}" destId="{3F433881-2382-4C8B-9C25-C8C740370B56}" srcOrd="0" destOrd="0" presId="urn:microsoft.com/office/officeart/2009/3/layout/HorizontalOrganizationChart"/>
    <dgm:cxn modelId="{5FAEEEBB-DD16-4346-AA96-89FE5CAAED38}" type="presParOf" srcId="{883C236D-6BBE-4A44-834F-0823645BEAF1}" destId="{3BC32ABE-1DF1-4C8D-87E0-BD070FA68ACF}" srcOrd="1" destOrd="0" presId="urn:microsoft.com/office/officeart/2009/3/layout/HorizontalOrganizationChart"/>
    <dgm:cxn modelId="{B838BABF-0436-4BFC-B442-D7FA47805F5A}" type="presParOf" srcId="{79DDF679-202B-47A2-8536-D43BCA42BF29}" destId="{D6C10BE8-746C-4A1F-887F-51434FFECC7A}" srcOrd="1" destOrd="0" presId="urn:microsoft.com/office/officeart/2009/3/layout/HorizontalOrganizationChart"/>
    <dgm:cxn modelId="{210CC7B7-10F2-4597-90A9-BE0472A6B563}" type="presParOf" srcId="{79DDF679-202B-47A2-8536-D43BCA42BF29}" destId="{49C9F750-C01B-4E0E-9EDD-C827DAC58BD1}" srcOrd="2" destOrd="0" presId="urn:microsoft.com/office/officeart/2009/3/layout/HorizontalOrganizationChart"/>
    <dgm:cxn modelId="{C03829DA-5313-4232-BB92-C94F25E106E5}" type="presParOf" srcId="{02B77E26-33CF-4CE0-99F6-BD781FDD3394}" destId="{C370EEBD-9684-48F9-ACCB-673746AF7080}" srcOrd="6" destOrd="0" presId="urn:microsoft.com/office/officeart/2009/3/layout/HorizontalOrganizationChart"/>
    <dgm:cxn modelId="{91A2D624-D28A-4441-ADF1-E36BE49154EB}" type="presParOf" srcId="{02B77E26-33CF-4CE0-99F6-BD781FDD3394}" destId="{E346C0F7-00E7-4856-BBF8-8B8413F0353A}" srcOrd="7" destOrd="0" presId="urn:microsoft.com/office/officeart/2009/3/layout/HorizontalOrganizationChart"/>
    <dgm:cxn modelId="{5219AF23-BBBF-4BB6-AA1F-0BEC36FA865A}" type="presParOf" srcId="{E346C0F7-00E7-4856-BBF8-8B8413F0353A}" destId="{A26ED4B6-7228-435E-978C-AEE0CCFDD655}" srcOrd="0" destOrd="0" presId="urn:microsoft.com/office/officeart/2009/3/layout/HorizontalOrganizationChart"/>
    <dgm:cxn modelId="{3602D3BC-9B20-48D2-A390-E3E455B1BA79}" type="presParOf" srcId="{A26ED4B6-7228-435E-978C-AEE0CCFDD655}" destId="{5733F7CB-CDEB-4071-83E7-7777EEB2A036}" srcOrd="0" destOrd="0" presId="urn:microsoft.com/office/officeart/2009/3/layout/HorizontalOrganizationChart"/>
    <dgm:cxn modelId="{3DC78052-EC72-494A-97E1-AC07CAD25C7B}" type="presParOf" srcId="{A26ED4B6-7228-435E-978C-AEE0CCFDD655}" destId="{7630BCFA-9E09-4681-B1BD-65769C6B0315}" srcOrd="1" destOrd="0" presId="urn:microsoft.com/office/officeart/2009/3/layout/HorizontalOrganizationChart"/>
    <dgm:cxn modelId="{93B01F12-8FFF-49BA-B890-642C39A8535A}" type="presParOf" srcId="{E346C0F7-00E7-4856-BBF8-8B8413F0353A}" destId="{899595C8-62EF-47F8-9D02-D385632BD1F9}" srcOrd="1" destOrd="0" presId="urn:microsoft.com/office/officeart/2009/3/layout/HorizontalOrganizationChart"/>
    <dgm:cxn modelId="{3B1372F8-C070-4645-924B-740E64A3BA22}" type="presParOf" srcId="{E346C0F7-00E7-4856-BBF8-8B8413F0353A}" destId="{E95BBD56-88F6-426E-B7D6-3167A1AF0A7D}" srcOrd="2" destOrd="0" presId="urn:microsoft.com/office/officeart/2009/3/layout/HorizontalOrganizationChart"/>
    <dgm:cxn modelId="{71EC2C4A-49A8-4A81-89CB-D5870FB95B6A}" type="presParOf" srcId="{02B77E26-33CF-4CE0-99F6-BD781FDD3394}" destId="{67CBEA5E-F7C7-4C18-8126-F476EE8C5AEC}" srcOrd="8" destOrd="0" presId="urn:microsoft.com/office/officeart/2009/3/layout/HorizontalOrganizationChart"/>
    <dgm:cxn modelId="{0686B588-A159-44CA-826B-DC00192DE667}" type="presParOf" srcId="{02B77E26-33CF-4CE0-99F6-BD781FDD3394}" destId="{83AD1FA1-05E6-41EC-BA20-81686604729E}" srcOrd="9" destOrd="0" presId="urn:microsoft.com/office/officeart/2009/3/layout/HorizontalOrganizationChart"/>
    <dgm:cxn modelId="{43431A58-01DA-40B5-A35C-508CA212AD5E}" type="presParOf" srcId="{83AD1FA1-05E6-41EC-BA20-81686604729E}" destId="{924DD7E8-2D88-4522-9FB1-41D3A1544713}" srcOrd="0" destOrd="0" presId="urn:microsoft.com/office/officeart/2009/3/layout/HorizontalOrganizationChart"/>
    <dgm:cxn modelId="{012B2C2D-0848-4E54-90CD-658CFE274184}" type="presParOf" srcId="{924DD7E8-2D88-4522-9FB1-41D3A1544713}" destId="{17381414-FD35-49D5-8CBE-40CA251AEFF3}" srcOrd="0" destOrd="0" presId="urn:microsoft.com/office/officeart/2009/3/layout/HorizontalOrganizationChart"/>
    <dgm:cxn modelId="{079EC720-C592-49E2-9E73-F076A7E5F179}" type="presParOf" srcId="{924DD7E8-2D88-4522-9FB1-41D3A1544713}" destId="{84606342-75DC-4E65-9BA8-44F9F12ED751}" srcOrd="1" destOrd="0" presId="urn:microsoft.com/office/officeart/2009/3/layout/HorizontalOrganizationChart"/>
    <dgm:cxn modelId="{10AAD40F-A713-4574-A505-477D7734C845}" type="presParOf" srcId="{83AD1FA1-05E6-41EC-BA20-81686604729E}" destId="{81BE1734-5C94-426F-9EF0-00702C6C99B8}" srcOrd="1" destOrd="0" presId="urn:microsoft.com/office/officeart/2009/3/layout/HorizontalOrganizationChart"/>
    <dgm:cxn modelId="{AFA98079-A7BC-4849-ACAB-D13E45BCC490}" type="presParOf" srcId="{83AD1FA1-05E6-41EC-BA20-81686604729E}" destId="{1A0DFEBD-6E1F-432D-AFC7-6BB7DB4F5844}" srcOrd="2" destOrd="0" presId="urn:microsoft.com/office/officeart/2009/3/layout/HorizontalOrganizationChart"/>
    <dgm:cxn modelId="{D979658C-0361-4584-AF26-A0EBA2537485}" type="presParOf" srcId="{1D4E7384-A728-4B84-AEA8-CB48418A24CD}" destId="{2E05C7DA-59E7-4CA6-8E97-A92ACD17ED84}" srcOrd="2" destOrd="0" presId="urn:microsoft.com/office/officeart/2009/3/layout/HorizontalOrganizationChart"/>
  </dgm:cxnLst>
  <dgm:bg/>
  <dgm:whole/>
  <dgm:extLst>
    <a:ext uri="http://schemas.microsoft.com/office/drawing/2008/diagram">
      <dsp:dataModelExt xmlns:dsp="http://schemas.microsoft.com/office/drawing/2008/diagram" relId="rId13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4D0F9094-D20D-497F-BFF7-09CE872B5020}">
      <dsp:nvSpPr>
        <dsp:cNvPr id="0" name=""/>
        <dsp:cNvSpPr/>
      </dsp:nvSpPr>
      <dsp:spPr>
        <a:xfrm>
          <a:off x="1293893" y="485352"/>
          <a:ext cx="724580" cy="269209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595191" y="0"/>
              </a:lnTo>
              <a:lnTo>
                <a:pt x="595191" y="269209"/>
              </a:lnTo>
              <a:lnTo>
                <a:pt x="724580" y="269209"/>
              </a:lnTo>
            </a:path>
          </a:pathLst>
        </a:custGeom>
        <a:noFill/>
        <a:ln w="12700" cap="flat" cmpd="sng" algn="ctr">
          <a:solidFill>
            <a:schemeClr val="accent1">
              <a:shade val="6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684527A3-47D6-429D-A515-615AE27A79D8}">
      <dsp:nvSpPr>
        <dsp:cNvPr id="0" name=""/>
        <dsp:cNvSpPr/>
      </dsp:nvSpPr>
      <dsp:spPr>
        <a:xfrm>
          <a:off x="1293893" y="197318"/>
          <a:ext cx="724580" cy="288033"/>
        </a:xfrm>
        <a:custGeom>
          <a:avLst/>
          <a:gdLst/>
          <a:ahLst/>
          <a:cxnLst/>
          <a:rect l="0" t="0" r="0" b="0"/>
          <a:pathLst>
            <a:path>
              <a:moveTo>
                <a:pt x="0" y="288033"/>
              </a:moveTo>
              <a:lnTo>
                <a:pt x="595191" y="288033"/>
              </a:lnTo>
              <a:lnTo>
                <a:pt x="595191" y="0"/>
              </a:lnTo>
              <a:lnTo>
                <a:pt x="724580" y="0"/>
              </a:lnTo>
            </a:path>
          </a:pathLst>
        </a:custGeom>
        <a:noFill/>
        <a:ln w="12700" cap="flat" cmpd="sng" algn="ctr">
          <a:solidFill>
            <a:schemeClr val="accent1">
              <a:shade val="6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6E6EB101-D211-4058-BE60-D5A77C088109}">
      <dsp:nvSpPr>
        <dsp:cNvPr id="0" name=""/>
        <dsp:cNvSpPr/>
      </dsp:nvSpPr>
      <dsp:spPr>
        <a:xfrm>
          <a:off x="0" y="288033"/>
          <a:ext cx="1293893" cy="394637"/>
        </a:xfrm>
        <a:prstGeom prst="rect">
          <a:avLst/>
        </a:prstGeom>
        <a:solidFill>
          <a:schemeClr val="accent1">
            <a:hueOff val="0"/>
            <a:satOff val="0"/>
            <a:lumOff val="0"/>
            <a:alpha val="5000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1430" tIns="11430" rIns="11430" bIns="11430" numCol="1" spcCol="1270" anchor="ctr" anchorCtr="0">
          <a:noAutofit/>
        </a:bodyPr>
        <a:lstStyle/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zh-CN" altLang="en-US" sz="1800" kern="1200" dirty="0">
              <a:latin typeface="微软雅黑" panose="020B0503020204020204" pitchFamily="34" charset="-122"/>
              <a:ea typeface="微软雅黑" panose="020B0503020204020204" pitchFamily="34" charset="-122"/>
            </a:rPr>
            <a:t>行为</a:t>
          </a:r>
        </a:p>
      </dsp:txBody>
      <dsp:txXfrm>
        <a:off x="0" y="288033"/>
        <a:ext cx="1293893" cy="394637"/>
      </dsp:txXfrm>
    </dsp:sp>
    <dsp:sp modelId="{E3D86591-4974-481A-A98E-0A1108E944F1}">
      <dsp:nvSpPr>
        <dsp:cNvPr id="0" name=""/>
        <dsp:cNvSpPr/>
      </dsp:nvSpPr>
      <dsp:spPr>
        <a:xfrm>
          <a:off x="2018474" y="0"/>
          <a:ext cx="1293893" cy="394637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1430" tIns="11430" rIns="11430" bIns="11430" numCol="1" spcCol="1270" anchor="ctr" anchorCtr="0">
          <a:noAutofit/>
        </a:bodyPr>
        <a:lstStyle/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zh-CN" altLang="en-US" sz="1800" kern="1200" dirty="0">
              <a:latin typeface="微软雅黑" panose="020B0503020204020204" pitchFamily="34" charset="-122"/>
              <a:ea typeface="微软雅黑" panose="020B0503020204020204" pitchFamily="34" charset="-122"/>
            </a:rPr>
            <a:t>故事情节</a:t>
          </a:r>
        </a:p>
      </dsp:txBody>
      <dsp:txXfrm>
        <a:off x="2018474" y="0"/>
        <a:ext cx="1293893" cy="394637"/>
      </dsp:txXfrm>
    </dsp:sp>
    <dsp:sp modelId="{AC446600-27FC-4EE0-9C89-72A1B9CC7D04}">
      <dsp:nvSpPr>
        <dsp:cNvPr id="0" name=""/>
        <dsp:cNvSpPr/>
      </dsp:nvSpPr>
      <dsp:spPr>
        <a:xfrm>
          <a:off x="2018474" y="557242"/>
          <a:ext cx="1293893" cy="394637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1430" tIns="11430" rIns="11430" bIns="11430" numCol="1" spcCol="1270" anchor="ctr" anchorCtr="0">
          <a:noAutofit/>
        </a:bodyPr>
        <a:lstStyle/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zh-CN" altLang="en-US" sz="1800" kern="1200" dirty="0">
              <a:latin typeface="微软雅黑" panose="020B0503020204020204" pitchFamily="34" charset="-122"/>
              <a:ea typeface="微软雅黑" panose="020B0503020204020204" pitchFamily="34" charset="-122"/>
            </a:rPr>
            <a:t>行动</a:t>
          </a:r>
        </a:p>
      </dsp:txBody>
      <dsp:txXfrm>
        <a:off x="2018474" y="557242"/>
        <a:ext cx="1293893" cy="394637"/>
      </dsp:txXfrm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67CBEA5E-F7C7-4C18-8126-F476EE8C5AEC}">
      <dsp:nvSpPr>
        <dsp:cNvPr id="0" name=""/>
        <dsp:cNvSpPr/>
      </dsp:nvSpPr>
      <dsp:spPr>
        <a:xfrm>
          <a:off x="2755325" y="191284"/>
          <a:ext cx="1659125" cy="2150504"/>
        </a:xfrm>
        <a:custGeom>
          <a:avLst/>
          <a:gdLst/>
          <a:ahLst/>
          <a:cxnLst/>
          <a:rect l="0" t="0" r="0" b="0"/>
          <a:pathLst>
            <a:path>
              <a:moveTo>
                <a:pt x="1659125" y="0"/>
              </a:moveTo>
              <a:lnTo>
                <a:pt x="124994" y="0"/>
              </a:lnTo>
              <a:lnTo>
                <a:pt x="124994" y="2150504"/>
              </a:lnTo>
              <a:lnTo>
                <a:pt x="0" y="2150504"/>
              </a:lnTo>
            </a:path>
          </a:pathLst>
        </a:custGeom>
        <a:noFill/>
        <a:ln w="12700" cap="flat" cmpd="sng" algn="ctr">
          <a:solidFill>
            <a:schemeClr val="accent1">
              <a:shade val="6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C370EEBD-9684-48F9-ACCB-673746AF7080}">
      <dsp:nvSpPr>
        <dsp:cNvPr id="0" name=""/>
        <dsp:cNvSpPr/>
      </dsp:nvSpPr>
      <dsp:spPr>
        <a:xfrm>
          <a:off x="2755325" y="191284"/>
          <a:ext cx="1659125" cy="1613028"/>
        </a:xfrm>
        <a:custGeom>
          <a:avLst/>
          <a:gdLst/>
          <a:ahLst/>
          <a:cxnLst/>
          <a:rect l="0" t="0" r="0" b="0"/>
          <a:pathLst>
            <a:path>
              <a:moveTo>
                <a:pt x="1659125" y="0"/>
              </a:moveTo>
              <a:lnTo>
                <a:pt x="124994" y="0"/>
              </a:lnTo>
              <a:lnTo>
                <a:pt x="124994" y="1613028"/>
              </a:lnTo>
              <a:lnTo>
                <a:pt x="0" y="1613028"/>
              </a:lnTo>
            </a:path>
          </a:pathLst>
        </a:custGeom>
        <a:noFill/>
        <a:ln w="12700" cap="flat" cmpd="sng" algn="ctr">
          <a:solidFill>
            <a:schemeClr val="accent1">
              <a:shade val="6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C2D0E196-0430-45E8-95ED-58198A615E12}">
      <dsp:nvSpPr>
        <dsp:cNvPr id="0" name=""/>
        <dsp:cNvSpPr/>
      </dsp:nvSpPr>
      <dsp:spPr>
        <a:xfrm>
          <a:off x="2755325" y="191284"/>
          <a:ext cx="1659125" cy="1075552"/>
        </a:xfrm>
        <a:custGeom>
          <a:avLst/>
          <a:gdLst/>
          <a:ahLst/>
          <a:cxnLst/>
          <a:rect l="0" t="0" r="0" b="0"/>
          <a:pathLst>
            <a:path>
              <a:moveTo>
                <a:pt x="1659125" y="0"/>
              </a:moveTo>
              <a:lnTo>
                <a:pt x="124994" y="0"/>
              </a:lnTo>
              <a:lnTo>
                <a:pt x="124994" y="1075552"/>
              </a:lnTo>
              <a:lnTo>
                <a:pt x="0" y="1075552"/>
              </a:lnTo>
            </a:path>
          </a:pathLst>
        </a:custGeom>
        <a:noFill/>
        <a:ln w="12700" cap="flat" cmpd="sng" algn="ctr">
          <a:solidFill>
            <a:schemeClr val="accent1">
              <a:shade val="6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458AF680-A919-45EF-A851-7B509256BF73}">
      <dsp:nvSpPr>
        <dsp:cNvPr id="0" name=""/>
        <dsp:cNvSpPr/>
      </dsp:nvSpPr>
      <dsp:spPr>
        <a:xfrm>
          <a:off x="2755325" y="191284"/>
          <a:ext cx="1659125" cy="538077"/>
        </a:xfrm>
        <a:custGeom>
          <a:avLst/>
          <a:gdLst/>
          <a:ahLst/>
          <a:cxnLst/>
          <a:rect l="0" t="0" r="0" b="0"/>
          <a:pathLst>
            <a:path>
              <a:moveTo>
                <a:pt x="1659125" y="0"/>
              </a:moveTo>
              <a:lnTo>
                <a:pt x="124994" y="0"/>
              </a:lnTo>
              <a:lnTo>
                <a:pt x="124994" y="538077"/>
              </a:lnTo>
              <a:lnTo>
                <a:pt x="0" y="538077"/>
              </a:lnTo>
            </a:path>
          </a:pathLst>
        </a:custGeom>
        <a:noFill/>
        <a:ln w="12700" cap="flat" cmpd="sng" algn="ctr">
          <a:solidFill>
            <a:schemeClr val="accent1">
              <a:shade val="6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3EC05BF4-F328-4295-8A91-E49933730DCF}">
      <dsp:nvSpPr>
        <dsp:cNvPr id="0" name=""/>
        <dsp:cNvSpPr/>
      </dsp:nvSpPr>
      <dsp:spPr>
        <a:xfrm>
          <a:off x="2755325" y="145564"/>
          <a:ext cx="1659125" cy="91440"/>
        </a:xfrm>
        <a:custGeom>
          <a:avLst/>
          <a:gdLst/>
          <a:ahLst/>
          <a:cxnLst/>
          <a:rect l="0" t="0" r="0" b="0"/>
          <a:pathLst>
            <a:path>
              <a:moveTo>
                <a:pt x="1659125" y="45720"/>
              </a:moveTo>
              <a:lnTo>
                <a:pt x="124994" y="45720"/>
              </a:lnTo>
              <a:lnTo>
                <a:pt x="124994" y="46321"/>
              </a:lnTo>
              <a:lnTo>
                <a:pt x="0" y="46321"/>
              </a:lnTo>
            </a:path>
          </a:pathLst>
        </a:custGeom>
        <a:noFill/>
        <a:ln w="12700" cap="flat" cmpd="sng" algn="ctr">
          <a:solidFill>
            <a:schemeClr val="accent1">
              <a:shade val="6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C15C99C5-D79B-4FE9-B662-3071778D00AA}">
      <dsp:nvSpPr>
        <dsp:cNvPr id="0" name=""/>
        <dsp:cNvSpPr/>
      </dsp:nvSpPr>
      <dsp:spPr>
        <a:xfrm>
          <a:off x="4414450" y="668"/>
          <a:ext cx="1249943" cy="381232"/>
        </a:xfrm>
        <a:prstGeom prst="rect">
          <a:avLst/>
        </a:prstGeom>
        <a:solidFill>
          <a:schemeClr val="accent1">
            <a:hueOff val="0"/>
            <a:satOff val="0"/>
            <a:lumOff val="0"/>
            <a:alpha val="5000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0795" tIns="10795" rIns="10795" bIns="10795" numCol="1" spcCol="1270" anchor="ctr" anchorCtr="0">
          <a:noAutofit/>
        </a:bodyPr>
        <a:lstStyle/>
        <a:p>
          <a:pPr marL="0" lvl="0" indent="0" algn="ctr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zh-CN" altLang="en-US" sz="1700" kern="1200" dirty="0">
              <a:latin typeface="微软雅黑" panose="020B0503020204020204" pitchFamily="34" charset="-122"/>
              <a:ea typeface="微软雅黑" panose="020B0503020204020204" pitchFamily="34" charset="-122"/>
            </a:rPr>
            <a:t>应对方式</a:t>
          </a:r>
        </a:p>
      </dsp:txBody>
      <dsp:txXfrm>
        <a:off x="4414450" y="668"/>
        <a:ext cx="1249943" cy="381232"/>
      </dsp:txXfrm>
    </dsp:sp>
    <dsp:sp modelId="{21CC6754-0BEA-4E21-AA1D-F6DB95D69750}">
      <dsp:nvSpPr>
        <dsp:cNvPr id="0" name=""/>
        <dsp:cNvSpPr/>
      </dsp:nvSpPr>
      <dsp:spPr>
        <a:xfrm>
          <a:off x="1505382" y="1269"/>
          <a:ext cx="1249943" cy="381232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0795" tIns="10795" rIns="10795" bIns="10795" numCol="1" spcCol="1270" anchor="ctr" anchorCtr="0">
          <a:noAutofit/>
        </a:bodyPr>
        <a:lstStyle/>
        <a:p>
          <a:pPr marL="0" lvl="0" indent="0" algn="ctr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zh-CN" altLang="en-US" sz="1700" kern="1200" dirty="0">
              <a:latin typeface="微软雅黑" panose="020B0503020204020204" pitchFamily="34" charset="-122"/>
              <a:ea typeface="微软雅黑" panose="020B0503020204020204" pitchFamily="34" charset="-122"/>
            </a:rPr>
            <a:t>感受</a:t>
          </a:r>
        </a:p>
      </dsp:txBody>
      <dsp:txXfrm>
        <a:off x="1505382" y="1269"/>
        <a:ext cx="1249943" cy="381232"/>
      </dsp:txXfrm>
    </dsp:sp>
    <dsp:sp modelId="{E7013A5D-13E4-4128-AF7F-7D26A05BBF10}">
      <dsp:nvSpPr>
        <dsp:cNvPr id="0" name=""/>
        <dsp:cNvSpPr/>
      </dsp:nvSpPr>
      <dsp:spPr>
        <a:xfrm>
          <a:off x="1505382" y="538745"/>
          <a:ext cx="1249943" cy="381232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0795" tIns="10795" rIns="10795" bIns="10795" numCol="1" spcCol="1270" anchor="ctr" anchorCtr="0">
          <a:noAutofit/>
        </a:bodyPr>
        <a:lstStyle/>
        <a:p>
          <a:pPr marL="0" lvl="0" indent="0" algn="ctr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zh-CN" altLang="en-US" sz="1700" kern="1200" dirty="0">
              <a:latin typeface="微软雅黑" panose="020B0503020204020204" pitchFamily="34" charset="-122"/>
              <a:ea typeface="微软雅黑" panose="020B0503020204020204" pitchFamily="34" charset="-122"/>
            </a:rPr>
            <a:t>观点</a:t>
          </a:r>
        </a:p>
      </dsp:txBody>
      <dsp:txXfrm>
        <a:off x="1505382" y="538745"/>
        <a:ext cx="1249943" cy="381232"/>
      </dsp:txXfrm>
    </dsp:sp>
    <dsp:sp modelId="{3F433881-2382-4C8B-9C25-C8C740370B56}">
      <dsp:nvSpPr>
        <dsp:cNvPr id="0" name=""/>
        <dsp:cNvSpPr/>
      </dsp:nvSpPr>
      <dsp:spPr>
        <a:xfrm>
          <a:off x="1505382" y="1076221"/>
          <a:ext cx="1249943" cy="381232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0795" tIns="10795" rIns="10795" bIns="10795" numCol="1" spcCol="1270" anchor="ctr" anchorCtr="0">
          <a:noAutofit/>
        </a:bodyPr>
        <a:lstStyle/>
        <a:p>
          <a:pPr marL="0" lvl="0" indent="0" algn="ctr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zh-CN" altLang="en-US" sz="1700" kern="1200" dirty="0">
              <a:latin typeface="微软雅黑" panose="020B0503020204020204" pitchFamily="34" charset="-122"/>
              <a:ea typeface="微软雅黑" panose="020B0503020204020204" pitchFamily="34" charset="-122"/>
            </a:rPr>
            <a:t>期待</a:t>
          </a:r>
        </a:p>
      </dsp:txBody>
      <dsp:txXfrm>
        <a:off x="1505382" y="1076221"/>
        <a:ext cx="1249943" cy="381232"/>
      </dsp:txXfrm>
    </dsp:sp>
    <dsp:sp modelId="{5733F7CB-CDEB-4071-83E7-7777EEB2A036}">
      <dsp:nvSpPr>
        <dsp:cNvPr id="0" name=""/>
        <dsp:cNvSpPr/>
      </dsp:nvSpPr>
      <dsp:spPr>
        <a:xfrm>
          <a:off x="1505382" y="1613696"/>
          <a:ext cx="1249943" cy="381232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0795" tIns="10795" rIns="10795" bIns="10795" numCol="1" spcCol="1270" anchor="ctr" anchorCtr="0">
          <a:noAutofit/>
        </a:bodyPr>
        <a:lstStyle/>
        <a:p>
          <a:pPr marL="0" lvl="0" indent="0" algn="ctr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zh-CN" altLang="en-US" sz="1700" kern="1200" dirty="0">
              <a:latin typeface="微软雅黑" panose="020B0503020204020204" pitchFamily="34" charset="-122"/>
              <a:ea typeface="微软雅黑" panose="020B0503020204020204" pitchFamily="34" charset="-122"/>
            </a:rPr>
            <a:t>渴望</a:t>
          </a:r>
        </a:p>
      </dsp:txBody>
      <dsp:txXfrm>
        <a:off x="1505382" y="1613696"/>
        <a:ext cx="1249943" cy="381232"/>
      </dsp:txXfrm>
    </dsp:sp>
    <dsp:sp modelId="{17381414-FD35-49D5-8CBE-40CA251AEFF3}">
      <dsp:nvSpPr>
        <dsp:cNvPr id="0" name=""/>
        <dsp:cNvSpPr/>
      </dsp:nvSpPr>
      <dsp:spPr>
        <a:xfrm>
          <a:off x="1505382" y="2151172"/>
          <a:ext cx="1249943" cy="381232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0795" tIns="10795" rIns="10795" bIns="10795" numCol="1" spcCol="1270" anchor="ctr" anchorCtr="0">
          <a:noAutofit/>
        </a:bodyPr>
        <a:lstStyle/>
        <a:p>
          <a:pPr marL="0" lvl="0" indent="0" algn="ctr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zh-CN" altLang="en-US" sz="1700" b="1" u="sng" kern="1200" dirty="0">
              <a:latin typeface="微软雅黑" panose="020B0503020204020204" pitchFamily="34" charset="-122"/>
              <a:ea typeface="微软雅黑" panose="020B0503020204020204" pitchFamily="34" charset="-122"/>
            </a:rPr>
            <a:t>自我</a:t>
          </a:r>
        </a:p>
      </dsp:txBody>
      <dsp:txXfrm>
        <a:off x="1505382" y="2151172"/>
        <a:ext cx="1249943" cy="381232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9/3/layout/HorizontalOrganizationChart">
  <dgm:title val=""/>
  <dgm:desc val=""/>
  <dgm:catLst>
    <dgm:cat type="hierarchy" pri="4300"/>
  </dgm:catLst>
  <dgm:sampData>
    <dgm:dataModel>
      <dgm:ptLst>
        <dgm:pt modelId="0" type="doc"/>
        <dgm:pt modelId="1">
          <dgm:prSet phldr="1"/>
        </dgm:pt>
        <dgm:pt modelId="2" type="asst">
          <dgm:prSet phldr="1"/>
        </dgm:pt>
        <dgm:pt modelId="3">
          <dgm:prSet phldr="1"/>
        </dgm:pt>
        <dgm:pt modelId="4">
          <dgm:prSet phldr="1"/>
        </dgm:pt>
        <dgm:pt modelId="5">
          <dgm:prSet phldr="1"/>
        </dgm:pt>
      </dgm:ptLst>
      <dgm:cxnLst>
        <dgm:cxn modelId="5" srcId="0" destId="1" srcOrd="0" destOrd="0"/>
        <dgm:cxn modelId="6" srcId="1" destId="2" srcOrd="0" destOrd="0"/>
        <dgm:cxn modelId="7" srcId="1" destId="3" srcOrd="1" destOrd="0"/>
        <dgm:cxn modelId="8" srcId="1" destId="4" srcOrd="2" destOrd="0"/>
        <dgm:cxn modelId="9" srcId="1" destId="5" srcOrd="3" destOrd="0"/>
      </dgm:cxnLst>
      <dgm:bg/>
      <dgm:whole/>
    </dgm:dataModel>
  </dgm:sampData>
  <dgm:styleData>
    <dgm:dataModel>
      <dgm:ptLst>
        <dgm:pt modelId="0" type="doc"/>
        <dgm:pt modelId="1"/>
        <dgm:pt modelId="12"/>
        <dgm:pt modelId="13"/>
      </dgm:ptLst>
      <dgm:cxnLst>
        <dgm:cxn modelId="2" srcId="0" destId="1" srcOrd="0" destOrd="0"/>
        <dgm:cxn modelId="16" srcId="1" destId="12" srcOrd="1" destOrd="0"/>
        <dgm:cxn modelId="17" srcId="1" destId="13" srcOrd="2" destOrd="0"/>
      </dgm:cxnLst>
      <dgm:bg/>
      <dgm:whole/>
    </dgm:dataModel>
  </dgm:styleData>
  <dgm:clrData>
    <dgm:dataModel>
      <dgm:ptLst>
        <dgm:pt modelId="0" type="doc"/>
        <dgm:pt modelId="1"/>
        <dgm:pt modelId="11" type="asst"/>
        <dgm:pt modelId="12"/>
        <dgm:pt modelId="13"/>
        <dgm:pt modelId="14"/>
      </dgm:ptLst>
      <dgm:cxnLst>
        <dgm:cxn modelId="2" srcId="0" destId="1" srcOrd="0" destOrd="0"/>
        <dgm:cxn modelId="15" srcId="1" destId="11" srcOrd="0" destOrd="0"/>
        <dgm:cxn modelId="16" srcId="1" destId="12" srcOrd="1" destOrd="0"/>
        <dgm:cxn modelId="17" srcId="1" destId="13" srcOrd="2" destOrd="0"/>
        <dgm:cxn modelId="18" srcId="1" destId="14" srcOrd="2" destOrd="0"/>
      </dgm:cxnLst>
      <dgm:bg/>
      <dgm:whole/>
    </dgm:dataModel>
  </dgm:clrData>
  <dgm:layoutNode name="hierChild1">
    <dgm:varLst>
      <dgm:orgChart val="1"/>
      <dgm:chPref val="1"/>
      <dgm:dir/>
      <dgm:animOne val="branch"/>
      <dgm:animLvl val="lvl"/>
      <dgm:resizeHandles/>
    </dgm:varLst>
    <dgm:choose name="Name0">
      <dgm:if name="Name1" func="var" arg="dir" op="equ" val="norm">
        <dgm:alg type="hierChild">
          <dgm:param type="linDir" val="fromT"/>
          <dgm:param type="chAlign" val="l"/>
        </dgm:alg>
      </dgm:if>
      <dgm:else name="Name2">
        <dgm:alg type="hierChild">
          <dgm:param type="linDir" val="fromT"/>
          <dgm:param type="chAlign" val="r"/>
        </dgm:alg>
      </dgm:else>
    </dgm:choose>
    <dgm:shape xmlns:r="http://schemas.openxmlformats.org/officeDocument/2006/relationships" r:blip="">
      <dgm:adjLst/>
    </dgm:shape>
    <dgm:presOf/>
    <dgm:constrLst>
      <dgm:constr type="w" for="des" forName="rootComposite1" refType="w" fact="10"/>
      <dgm:constr type="h" for="des" forName="rootComposite1" refType="w" refFor="des" refForName="rootComposite1" fact="0.305"/>
      <dgm:constr type="w" for="des" forName="rootComposite" refType="w" fact="10"/>
      <dgm:constr type="h" for="des" forName="rootComposite" refType="w" refFor="des" refForName="rootComposite1" fact="0.305"/>
      <dgm:constr type="w" for="des" forName="rootComposite3" refType="w" fact="10"/>
      <dgm:constr type="h" for="des" forName="rootComposite3" refType="w" refFor="des" refForName="rootComposite1" fact="0.305"/>
      <dgm:constr type="primFontSz" for="des" ptType="node" op="equ"/>
      <dgm:constr type="sp" for="des" op="equ"/>
      <dgm:constr type="sp" for="des" forName="hierRoot1" refType="w" refFor="des" refForName="rootComposite1" fact="0.2"/>
      <dgm:constr type="sp" for="des" forName="hierRoot2" refType="sp" refFor="des" refForName="hierRoot1"/>
      <dgm:constr type="sp" for="des" forName="hierRoot3" refType="sp" refFor="des" refForName="hierRoot1"/>
      <dgm:constr type="sibSp" refType="w" refFor="des" refForName="rootComposite1" fact="0.125"/>
      <dgm:constr type="sibSp" for="des" forName="hierChild2" refType="sibSp"/>
      <dgm:constr type="sibSp" for="des" forName="hierChild3" refType="sibSp"/>
      <dgm:constr type="sibSp" for="des" forName="hierChild4" refType="sibSp"/>
      <dgm:constr type="sibSp" for="des" forName="hierChild5" refType="sibSp"/>
      <dgm:constr type="sibSp" for="des" forName="hierChild6" refType="sibSp"/>
      <dgm:constr type="sibSp" for="des" forName="hierChild7" refType="sibSp"/>
      <dgm:constr type="secSibSp" refType="w" refFor="des" refForName="rootComposite1" fact="0.125"/>
      <dgm:constr type="secSibSp" for="des" forName="hierChild2" refType="secSibSp"/>
      <dgm:constr type="secSibSp" for="des" forName="hierChild3" refType="secSibSp"/>
      <dgm:constr type="secSibSp" for="des" forName="hierChild4" refType="secSibSp"/>
      <dgm:constr type="secSibSp" for="des" forName="hierChild5" refType="secSibSp"/>
      <dgm:constr type="secSibSp" for="des" forName="hierChild6" refType="secSibSp"/>
      <dgm:constr type="secSibSp" for="des" forName="hierChild7" refType="secSibSp"/>
    </dgm:constrLst>
    <dgm:ruleLst/>
    <dgm:forEach name="Name3" axis="ch">
      <dgm:forEach name="Name4" axis="self" ptType="node">
        <dgm:layoutNode name="hierRoot1">
          <dgm:varLst>
            <dgm:hierBranch val="init"/>
          </dgm:varLst>
          <dgm:choose name="Name5">
            <dgm:if name="Name6" func="var" arg="hierBranch" op="equ" val="l">
              <dgm:choose name="Name7">
                <dgm:if name="Name8" func="var" arg="dir" op="equ" val="norm">
                  <dgm:alg type="hierRoot">
                    <dgm:param type="hierAlign" val="lT"/>
                  </dgm:alg>
                  <dgm:constrLst>
                    <dgm:constr type="alignOff" val="0.75"/>
                  </dgm:constrLst>
                </dgm:if>
                <dgm:else name="Name9">
                  <dgm:alg type="hierRoot">
                    <dgm:param type="hierAlign" val="rT"/>
                  </dgm:alg>
                  <dgm:constrLst>
                    <dgm:constr type="alignOff" val="0.75"/>
                  </dgm:constrLst>
                </dgm:else>
              </dgm:choose>
            </dgm:if>
            <dgm:if name="Name10" func="var" arg="hierBranch" op="equ" val="r">
              <dgm:choose name="Name11">
                <dgm:if name="Name12" func="var" arg="dir" op="equ" val="norm">
                  <dgm:alg type="hierRoot">
                    <dgm:param type="hierAlign" val="lB"/>
                  </dgm:alg>
                  <dgm:constrLst>
                    <dgm:constr type="alignOff" val="0.75"/>
                  </dgm:constrLst>
                </dgm:if>
                <dgm:else name="Name13">
                  <dgm:alg type="hierRoot">
                    <dgm:param type="hierAlign" val="rB"/>
                  </dgm:alg>
                  <dgm:constrLst>
                    <dgm:constr type="alignOff" val="0.75"/>
                  </dgm:constrLst>
                </dgm:else>
              </dgm:choose>
            </dgm:if>
            <dgm:if name="Name14" func="var" arg="hierBranch" op="equ" val="hang">
              <dgm:choose name="Name15">
                <dgm:if name="Name16" func="var" arg="dir" op="equ" val="norm">
                  <dgm:alg type="hierRoot">
                    <dgm:param type="hierAlign" val="lCtrCh"/>
                  </dgm:alg>
                  <dgm:constrLst>
                    <dgm:constr type="alignOff" val="0.65"/>
                  </dgm:constrLst>
                </dgm:if>
                <dgm:else name="Name17">
                  <dgm:alg type="hierRoot">
                    <dgm:param type="hierAlign" val="rCtrCh"/>
                  </dgm:alg>
                  <dgm:constrLst>
                    <dgm:constr type="alignOff" val="0.65"/>
                  </dgm:constrLst>
                </dgm:else>
              </dgm:choose>
            </dgm:if>
            <dgm:else name="Name18">
              <dgm:choose name="Name19">
                <dgm:if name="Name20" func="var" arg="dir" op="equ" val="norm">
                  <dgm:alg type="hierRoot">
                    <dgm:param type="hierAlign" val="lCtrCh"/>
                  </dgm:alg>
                  <dgm:constrLst>
                    <dgm:constr type="alignOff"/>
                    <dgm:constr type="bendDist" for="des" ptType="parTrans" refType="sp" fact="0.5"/>
                  </dgm:constrLst>
                </dgm:if>
                <dgm:else name="Name21">
                  <dgm:alg type="hierRoot">
                    <dgm:param type="hierAlign" val="rCtrCh"/>
                  </dgm:alg>
                  <dgm:constrLst>
                    <dgm:constr type="alignOff"/>
                    <dgm:constr type="bendDist" for="des" ptType="parTrans" refType="sp" fact="0.5"/>
                  </dgm:constrLst>
                </dgm:else>
              </dgm:choose>
            </dgm:else>
          </dgm:choose>
          <dgm:shape xmlns:r="http://schemas.openxmlformats.org/officeDocument/2006/relationships" r:blip="">
            <dgm:adjLst/>
          </dgm:shape>
          <dgm:presOf/>
          <dgm:ruleLst/>
          <dgm:layoutNode name="rootComposite1">
            <dgm:alg type="composite"/>
            <dgm:shape xmlns:r="http://schemas.openxmlformats.org/officeDocument/2006/relationships" r:blip="">
              <dgm:adjLst/>
            </dgm:shape>
            <dgm:presOf axis="self" ptType="node" cnt="1"/>
            <dgm:choose name="Name22">
              <dgm:if name="Name23" func="var" arg="hierBranch" op="equ" val="init">
                <dgm:constrLst>
                  <dgm:constr type="l" for="ch" forName="rootText1"/>
                  <dgm:constr type="t" for="ch" forName="rootText1"/>
                  <dgm:constr type="w" for="ch" forName="rootText1" refType="w"/>
                  <dgm:constr type="h" for="ch" forName="rootText1" refType="h"/>
                  <dgm:constr type="l" for="ch" forName="rootConnector1"/>
                  <dgm:constr type="t" for="ch" forName="rootConnector1"/>
                  <dgm:constr type="w" for="ch" forName="rootConnector1" refType="w" refFor="ch" refForName="rootText1" fact="0.2"/>
                  <dgm:constr type="h" for="ch" forName="rootConnector1" refType="h" refFor="ch" refForName="rootText1"/>
                </dgm:constrLst>
              </dgm:if>
              <dgm:if name="Name24" func="var" arg="hierBranch" op="equ" val="l">
                <dgm:constrLst>
                  <dgm:constr type="l" for="ch" forName="rootText1"/>
                  <dgm:constr type="t" for="ch" forName="rootText1"/>
                  <dgm:constr type="w" for="ch" forName="rootText1" refType="w"/>
                  <dgm:constr type="h" for="ch" forName="rootText1" refType="h"/>
                  <dgm:constr type="r" for="ch" forName="rootConnector1" refType="w"/>
                  <dgm:constr type="t" for="ch" forName="rootConnector1"/>
                  <dgm:constr type="w" for="ch" forName="rootConnector1" refType="w" refFor="ch" refForName="rootText1" fact="0.2"/>
                  <dgm:constr type="h" for="ch" forName="rootConnector1" refType="h" refFor="ch" refForName="rootText1"/>
                </dgm:constrLst>
              </dgm:if>
              <dgm:if name="Name25" func="var" arg="hierBranch" op="equ" val="r">
                <dgm:constrLst>
                  <dgm:constr type="l" for="ch" forName="rootText1"/>
                  <dgm:constr type="t" for="ch" forName="rootText1"/>
                  <dgm:constr type="w" for="ch" forName="rootText1" refType="w"/>
                  <dgm:constr type="h" for="ch" forName="rootText1" refType="h"/>
                  <dgm:constr type="l" for="ch" forName="rootConnector1"/>
                  <dgm:constr type="t" for="ch" forName="rootConnector1"/>
                  <dgm:constr type="w" for="ch" forName="rootConnector1" refType="w" refFor="ch" refForName="rootText1" fact="0.2"/>
                  <dgm:constr type="h" for="ch" forName="rootConnector1" refType="h" refFor="ch" refForName="rootText1"/>
                </dgm:constrLst>
              </dgm:if>
              <dgm:else name="Name26">
                <dgm:constrLst>
                  <dgm:constr type="l" for="ch" forName="rootText1"/>
                  <dgm:constr type="t" for="ch" forName="rootText1"/>
                  <dgm:constr type="w" for="ch" forName="rootText1" refType="w"/>
                  <dgm:constr type="h" for="ch" forName="rootText1" refType="h"/>
                  <dgm:constr type="r" for="ch" forName="rootConnector1" refType="w"/>
                  <dgm:constr type="t" for="ch" forName="rootConnector1"/>
                  <dgm:constr type="w" for="ch" forName="rootConnector1" refType="w" refFor="ch" refForName="rootText1" fact="0.2"/>
                  <dgm:constr type="h" for="ch" forName="rootConnector1" refType="h" refFor="ch" refForName="rootText1"/>
                </dgm:constrLst>
              </dgm:else>
            </dgm:choose>
            <dgm:ruleLst/>
            <dgm:layoutNode name="rootText1" styleLbl="node0">
              <dgm:varLst>
                <dgm:chPref val="3"/>
              </dgm:varLst>
              <dgm:alg type="tx"/>
              <dgm:shape xmlns:r="http://schemas.openxmlformats.org/officeDocument/2006/relationships" type="rect" r:blip="">
                <dgm:adjLst/>
              </dgm:shape>
              <dgm:presOf axis="self" ptType="node" cnt="1"/>
              <dgm:constrLst>
                <dgm:constr type="primFontSz" val="65"/>
                <dgm:constr type="lMarg" refType="primFontSz" fact="0.05"/>
                <dgm:constr type="rMarg" refType="primFontSz" fact="0.05"/>
                <dgm:constr type="tMarg" refType="primFontSz" fact="0.05"/>
                <dgm:constr type="bMarg" refType="primFontSz" fact="0.05"/>
              </dgm:constrLst>
              <dgm:ruleLst>
                <dgm:rule type="primFontSz" val="5" fact="NaN" max="NaN"/>
              </dgm:ruleLst>
            </dgm:layoutNode>
            <dgm:layoutNode name="rootConnector1" moveWith="rootText1">
              <dgm:alg type="sp"/>
              <dgm:shape xmlns:r="http://schemas.openxmlformats.org/officeDocument/2006/relationships" type="rect" r:blip="" hideGeom="1">
                <dgm:adjLst/>
              </dgm:shape>
              <dgm:presOf axis="self" ptType="node" cnt="1"/>
              <dgm:constrLst/>
              <dgm:ruleLst/>
            </dgm:layoutNode>
          </dgm:layoutNode>
          <dgm:layoutNode name="hierChild2">
            <dgm:choose name="Name27">
              <dgm:if name="Name28" func="var" arg="hierBranch" op="equ" val="l">
                <dgm:choose name="Name29">
                  <dgm:if name="Name30" func="var" arg="dir" op="equ" val="norm">
                    <dgm:alg type="hierChild">
                      <dgm:param type="chAlign" val="t"/>
                      <dgm:param type="linDir" val="fromL"/>
                    </dgm:alg>
                  </dgm:if>
                  <dgm:else name="Name31">
                    <dgm:alg type="hierChild">
                      <dgm:param type="chAlign" val="t"/>
                      <dgm:param type="linDir" val="fromR"/>
                    </dgm:alg>
                  </dgm:else>
                </dgm:choose>
              </dgm:if>
              <dgm:if name="Name32" func="var" arg="hierBranch" op="equ" val="r">
                <dgm:choose name="Name33">
                  <dgm:if name="Name34" func="var" arg="dir" op="equ" val="norm">
                    <dgm:alg type="hierChild">
                      <dgm:param type="chAlign" val="b"/>
                      <dgm:param type="linDir" val="fromL"/>
                    </dgm:alg>
                  </dgm:if>
                  <dgm:else name="Name35">
                    <dgm:alg type="hierChild">
                      <dgm:param type="chAlign" val="b"/>
                      <dgm:param type="linDir" val="fromR"/>
                    </dgm:alg>
                  </dgm:else>
                </dgm:choose>
              </dgm:if>
              <dgm:if name="Name36" func="var" arg="hierBranch" op="equ" val="hang">
                <dgm:choose name="Name37">
                  <dgm:if name="Name38" func="var" arg="dir" op="equ" val="norm">
                    <dgm:alg type="hierChild">
                      <dgm:param type="chAlign" val="l"/>
                      <dgm:param type="linDir" val="fromT"/>
                      <dgm:param type="secChAlign" val="t"/>
                      <dgm:param type="secLinDir" val="fromL"/>
                    </dgm:alg>
                  </dgm:if>
                  <dgm:else name="Name39">
                    <dgm:alg type="hierChild">
                      <dgm:param type="chAlign" val="r"/>
                      <dgm:param type="linDir" val="fromT"/>
                      <dgm:param type="secChAlign" val="t"/>
                      <dgm:param type="secLinDir" val="fromR"/>
                    </dgm:alg>
                  </dgm:else>
                </dgm:choose>
              </dgm:if>
              <dgm:else name="Name40">
                <dgm:choose name="Name41">
                  <dgm:if name="Name42" func="var" arg="dir" op="equ" val="norm">
                    <dgm:alg type="hierChild">
                      <dgm:param type="linDir" val="fromT"/>
                      <dgm:param type="chAlign" val="l"/>
                    </dgm:alg>
                  </dgm:if>
                  <dgm:else name="Name43">
                    <dgm:alg type="hierChild">
                      <dgm:param type="linDir" val="fromT"/>
                      <dgm:param type="chAlign" val="r"/>
                    </dgm:alg>
                  </dgm:else>
                </dgm:choose>
              </dgm:else>
            </dgm:choose>
            <dgm:shape xmlns:r="http://schemas.openxmlformats.org/officeDocument/2006/relationships" r:blip="">
              <dgm:adjLst/>
            </dgm:shape>
            <dgm:presOf/>
            <dgm:constrLst/>
            <dgm:ruleLst/>
            <dgm:forEach name="rep2a" axis="ch" ptType="nonAsst">
              <dgm:forEach name="Name44" axis="precedSib" ptType="parTrans" st="-1" cnt="1">
                <dgm:choose name="Name45">
                  <dgm:if name="Name46" func="var" arg="hierBranch" op="equ" val="hang">
                    <dgm:layoutNode name="Name47">
                      <dgm:choose name="Name48">
                        <dgm:if name="Name49" func="var" arg="dir" op="equ" val="norm">
                          <dgm:alg type="conn">
                            <dgm:param type="connRout" val="bend"/>
                            <dgm:param type="dim" val="1D"/>
                            <dgm:param type="endSty" val="noArr"/>
                            <dgm:param type="begPts" val="midR"/>
                            <dgm:param type="endPts" val="bCtr tCtr"/>
                          </dgm:alg>
                        </dgm:if>
                        <dgm:else name="Name50">
                          <dgm:alg type="conn">
                            <dgm:param type="connRout" val="bend"/>
                            <dgm:param type="dim" val="1D"/>
                            <dgm:param type="endSty" val="noArr"/>
                            <dgm:param type="begPts" val="midL"/>
                            <dgm:param type="endPts" val="bCtr tCtr"/>
                          </dgm:alg>
                        </dgm:else>
                      </dgm:choose>
                      <dgm:shape xmlns:r="http://schemas.openxmlformats.org/officeDocument/2006/relationships" type="conn" r:blip="" zOrderOff="-99999">
                        <dgm:adjLst/>
                      </dgm:shape>
                      <dgm:presOf axis="self"/>
                      <dgm:constrLst>
                        <dgm:constr type="begPad"/>
                        <dgm:constr type="endPad"/>
                      </dgm:constrLst>
                      <dgm:ruleLst/>
                    </dgm:layoutNode>
                  </dgm:if>
                  <dgm:if name="Name51" func="var" arg="hierBranch" op="equ" val="l">
                    <dgm:layoutNode name="Name52">
                      <dgm:choose name="Name53">
                        <dgm:if name="Name54" func="var" arg="dir" op="equ" val="norm">
                          <dgm:alg type="conn">
                            <dgm:param type="connRout" val="bend"/>
                            <dgm:param type="dim" val="1D"/>
                            <dgm:param type="endSty" val="noArr"/>
                            <dgm:param type="begPts" val="midR"/>
                            <dgm:param type="endPts" val="tCtr"/>
                          </dgm:alg>
                        </dgm:if>
                        <dgm:else name="Name55">
                          <dgm:alg type="conn">
                            <dgm:param type="connRout" val="bend"/>
                            <dgm:param type="dim" val="1D"/>
                            <dgm:param type="endSty" val="noArr"/>
                            <dgm:param type="begPts" val="midL"/>
                            <dgm:param type="endPts" val="tCtr"/>
                          </dgm:alg>
                        </dgm:else>
                      </dgm:choose>
                      <dgm:shape xmlns:r="http://schemas.openxmlformats.org/officeDocument/2006/relationships" type="conn" r:blip="" zOrderOff="-99999">
                        <dgm:adjLst/>
                      </dgm:shape>
                      <dgm:presOf axis="self"/>
                      <dgm:constrLst>
                        <dgm:constr type="begPad"/>
                        <dgm:constr type="endPad"/>
                      </dgm:constrLst>
                      <dgm:ruleLst/>
                    </dgm:layoutNode>
                  </dgm:if>
                  <dgm:if name="Name56" func="var" arg="hierBranch" op="equ" val="r">
                    <dgm:layoutNode name="Name57">
                      <dgm:choose name="Name58">
                        <dgm:if name="Name59" func="var" arg="dir" op="equ" val="norm">
                          <dgm:alg type="conn">
                            <dgm:param type="connRout" val="bend"/>
                            <dgm:param type="dim" val="1D"/>
                            <dgm:param type="endSty" val="noArr"/>
                            <dgm:param type="begPts" val="midR"/>
                            <dgm:param type="endPts" val="bCtr"/>
                          </dgm:alg>
                        </dgm:if>
                        <dgm:else name="Name60">
                          <dgm:alg type="conn">
                            <dgm:param type="connRout" val="bend"/>
                            <dgm:param type="dim" val="1D"/>
                            <dgm:param type="endSty" val="noArr"/>
                            <dgm:param type="begPts" val="midL"/>
                            <dgm:param type="endPts" val="bCtr"/>
                          </dgm:alg>
                        </dgm:else>
                      </dgm:choose>
                      <dgm:shape xmlns:r="http://schemas.openxmlformats.org/officeDocument/2006/relationships" type="conn" r:blip="" zOrderOff="-99999">
                        <dgm:adjLst/>
                      </dgm:shape>
                      <dgm:presOf axis="self"/>
                      <dgm:constrLst>
                        <dgm:constr type="begPad"/>
                        <dgm:constr type="endPad"/>
                      </dgm:constrLst>
                      <dgm:ruleLst/>
                    </dgm:layoutNode>
                  </dgm:if>
                  <dgm:else name="Name61">
                    <dgm:choose name="Name62">
                      <dgm:if name="Name63" func="var" arg="dir" op="equ" val="norm">
                        <dgm:layoutNode name="Name64">
                          <dgm:alg type="conn">
                            <dgm:param type="connRout" val="bend"/>
                            <dgm:param type="dim" val="1D"/>
                            <dgm:param type="endSty" val="noArr"/>
                            <dgm:param type="begPts" val="midR"/>
                            <dgm:param type="endPts" val="midL"/>
                            <dgm:param type="bendPt" val="end"/>
                          </dgm:alg>
                          <dgm:shape xmlns:r="http://schemas.openxmlformats.org/officeDocument/2006/relationships" type="conn" r:blip="" zOrderOff="-99999">
                            <dgm:adjLst/>
                          </dgm:shape>
                          <dgm:presOf axis="self"/>
                          <dgm:constrLst>
                            <dgm:constr type="begPad"/>
                            <dgm:constr type="endPad"/>
                          </dgm:constrLst>
                          <dgm:ruleLst/>
                        </dgm:layoutNode>
                      </dgm:if>
                      <dgm:else name="Name65">
                        <dgm:layoutNode name="Name66">
                          <dgm:alg type="conn">
                            <dgm:param type="connRout" val="bend"/>
                            <dgm:param type="dim" val="1D"/>
                            <dgm:param type="endSty" val="noArr"/>
                            <dgm:param type="begPts" val="midL"/>
                            <dgm:param type="endPts" val="midR"/>
                            <dgm:param type="bendPt" val="end"/>
                          </dgm:alg>
                          <dgm:shape xmlns:r="http://schemas.openxmlformats.org/officeDocument/2006/relationships" type="conn" r:blip="" zOrderOff="-99999">
                            <dgm:adjLst/>
                          </dgm:shape>
                          <dgm:presOf axis="self"/>
                          <dgm:constrLst>
                            <dgm:constr type="begPad"/>
                            <dgm:constr type="endPad"/>
                          </dgm:constrLst>
                          <dgm:ruleLst/>
                        </dgm:layoutNode>
                      </dgm:else>
                    </dgm:choose>
                  </dgm:else>
                </dgm:choose>
              </dgm:forEach>
              <dgm:layoutNode name="hierRoot2">
                <dgm:varLst>
                  <dgm:hierBranch val="init"/>
                </dgm:varLst>
                <dgm:choose name="Name67">
                  <dgm:if name="Name68" func="var" arg="hierBranch" op="equ" val="l">
                    <dgm:choose name="Name69">
                      <dgm:if name="Name70" func="var" arg="dir" op="equ" val="norm">
                        <dgm:alg type="hierRoot">
                          <dgm:param type="hierAlign" val="lT"/>
                        </dgm:alg>
                        <dgm:constrLst>
                          <dgm:constr type="alignOff" val="0.75"/>
                        </dgm:constrLst>
                      </dgm:if>
                      <dgm:else name="Name71">
                        <dgm:alg type="hierRoot">
                          <dgm:param type="hierAlign" val="rT"/>
                        </dgm:alg>
                        <dgm:constrLst>
                          <dgm:constr type="alignOff" val="0.75"/>
                        </dgm:constrLst>
                      </dgm:else>
                    </dgm:choose>
                  </dgm:if>
                  <dgm:if name="Name72" func="var" arg="hierBranch" op="equ" val="r">
                    <dgm:choose name="Name73">
                      <dgm:if name="Name74" func="var" arg="dir" op="equ" val="norm">
                        <dgm:alg type="hierRoot">
                          <dgm:param type="hierAlign" val="lB"/>
                        </dgm:alg>
                        <dgm:constrLst>
                          <dgm:constr type="alignOff" val="0.75"/>
                        </dgm:constrLst>
                      </dgm:if>
                      <dgm:else name="Name75">
                        <dgm:alg type="hierRoot">
                          <dgm:param type="hierAlign" val="rB"/>
                        </dgm:alg>
                        <dgm:constrLst>
                          <dgm:constr type="alignOff" val="0.75"/>
                        </dgm:constrLst>
                      </dgm:else>
                    </dgm:choose>
                  </dgm:if>
                  <dgm:if name="Name76" func="var" arg="hierBranch" op="equ" val="hang">
                    <dgm:choose name="Name77">
                      <dgm:if name="Name78" func="var" arg="dir" op="equ" val="norm">
                        <dgm:alg type="hierRoot">
                          <dgm:param type="hierAlign" val="lCtrCh"/>
                        </dgm:alg>
                        <dgm:constrLst>
                          <dgm:constr type="alignOff" val="0.65"/>
                        </dgm:constrLst>
                      </dgm:if>
                      <dgm:else name="Name79">
                        <dgm:alg type="hierRoot">
                          <dgm:param type="hierAlign" val="rCtrCh"/>
                        </dgm:alg>
                        <dgm:constrLst>
                          <dgm:constr type="alignOff" val="0.65"/>
                        </dgm:constrLst>
                      </dgm:else>
                    </dgm:choose>
                  </dgm:if>
                  <dgm:else name="Name80">
                    <dgm:choose name="Name81">
                      <dgm:if name="Name82" func="var" arg="dir" op="equ" val="norm">
                        <dgm:alg type="hierRoot">
                          <dgm:param type="hierAlign" val="lCtrCh"/>
                        </dgm:alg>
                        <dgm:constrLst>
                          <dgm:constr type="alignOff"/>
                          <dgm:constr type="bendDist" for="des" ptType="parTrans" refType="sp" fact="0.5"/>
                        </dgm:constrLst>
                      </dgm:if>
                      <dgm:else name="Name83">
                        <dgm:alg type="hierRoot">
                          <dgm:param type="hierAlign" val="rCtrCh"/>
                        </dgm:alg>
                        <dgm:constrLst>
                          <dgm:constr type="alignOff"/>
                          <dgm:constr type="bendDist" for="des" ptType="parTrans" refType="sp" fact="0.5"/>
                        </dgm:constrLst>
                      </dgm:else>
                    </dgm:choose>
                  </dgm:else>
                </dgm:choose>
                <dgm:shape xmlns:r="http://schemas.openxmlformats.org/officeDocument/2006/relationships" r:blip="">
                  <dgm:adjLst/>
                </dgm:shape>
                <dgm:presOf/>
                <dgm:ruleLst/>
                <dgm:layoutNode name="rootComposite">
                  <dgm:alg type="composite"/>
                  <dgm:shape xmlns:r="http://schemas.openxmlformats.org/officeDocument/2006/relationships" r:blip="">
                    <dgm:adjLst/>
                  </dgm:shape>
                  <dgm:presOf axis="self" ptType="node" cnt="1"/>
                  <dgm:choose name="Name84">
                    <dgm:if name="Name85" func="var" arg="hierBranch" op="equ" val="init">
                      <dgm:constrLst>
                        <dgm:constr type="l" for="ch" forName="rootText"/>
                        <dgm:constr type="t" for="ch" forName="rootText"/>
                        <dgm:constr type="w" for="ch" forName="rootText" refType="w"/>
                        <dgm:constr type="h" for="ch" forName="rootText" refType="h"/>
                        <dgm:constr type="l" for="ch" forName="rootConnector"/>
                        <dgm:constr type="t" for="ch" forName="rootConnector"/>
                        <dgm:constr type="w" for="ch" forName="rootConnector" refType="w" refFor="ch" refForName="rootText" fact="0.2"/>
                        <dgm:constr type="h" for="ch" forName="rootConnector" refType="h" refFor="ch" refForName="rootText"/>
                      </dgm:constrLst>
                    </dgm:if>
                    <dgm:if name="Name86" func="var" arg="hierBranch" op="equ" val="l">
                      <dgm:constrLst>
                        <dgm:constr type="l" for="ch" forName="rootText"/>
                        <dgm:constr type="t" for="ch" forName="rootText"/>
                        <dgm:constr type="w" for="ch" forName="rootText" refType="w"/>
                        <dgm:constr type="h" for="ch" forName="rootText" refType="h"/>
                        <dgm:constr type="r" for="ch" forName="rootConnector" refType="w"/>
                        <dgm:constr type="t" for="ch" forName="rootConnector"/>
                        <dgm:constr type="w" for="ch" forName="rootConnector" refType="w" refFor="ch" refForName="rootText" fact="0.2"/>
                        <dgm:constr type="h" for="ch" forName="rootConnector" refType="h" refFor="ch" refForName="rootText"/>
                      </dgm:constrLst>
                    </dgm:if>
                    <dgm:if name="Name87" func="var" arg="hierBranch" op="equ" val="r">
                      <dgm:constrLst>
                        <dgm:constr type="l" for="ch" forName="rootText"/>
                        <dgm:constr type="t" for="ch" forName="rootText"/>
                        <dgm:constr type="w" for="ch" forName="rootText" refType="w"/>
                        <dgm:constr type="h" for="ch" forName="rootText" refType="h"/>
                        <dgm:constr type="l" for="ch" forName="rootConnector"/>
                        <dgm:constr type="t" for="ch" forName="rootConnector"/>
                        <dgm:constr type="w" for="ch" forName="rootConnector" refType="w" refFor="ch" refForName="rootText" fact="0.2"/>
                        <dgm:constr type="h" for="ch" forName="rootConnector" refType="h" refFor="ch" refForName="rootText"/>
                      </dgm:constrLst>
                    </dgm:if>
                    <dgm:else name="Name88">
                      <dgm:constrLst>
                        <dgm:constr type="l" for="ch" forName="rootText"/>
                        <dgm:constr type="t" for="ch" forName="rootText"/>
                        <dgm:constr type="w" for="ch" forName="rootText" refType="w"/>
                        <dgm:constr type="h" for="ch" forName="rootText" refType="h"/>
                        <dgm:constr type="r" for="ch" forName="rootConnector" refType="w"/>
                        <dgm:constr type="t" for="ch" forName="rootConnector"/>
                        <dgm:constr type="w" for="ch" forName="rootConnector" refType="w" refFor="ch" refForName="rootText" fact="0.2"/>
                        <dgm:constr type="h" for="ch" forName="rootConnector" refType="h" refFor="ch" refForName="rootText"/>
                      </dgm:constrLst>
                    </dgm:else>
                  </dgm:choose>
                  <dgm:ruleLst/>
                  <dgm:layoutNode name="rootText">
                    <dgm:varLst>
                      <dgm:chPref val="3"/>
                    </dgm:varLst>
                    <dgm:alg type="tx"/>
                    <dgm:shape xmlns:r="http://schemas.openxmlformats.org/officeDocument/2006/relationships" type="rect" r:blip="">
                      <dgm:adjLst/>
                    </dgm:shape>
                    <dgm:presOf axis="self" ptType="node" cnt="1"/>
                    <dgm:constrLst>
                      <dgm:constr type="primFontSz" val="65"/>
                      <dgm:constr type="lMarg" refType="primFontSz" fact="0.05"/>
                      <dgm:constr type="rMarg" refType="primFontSz" fact="0.05"/>
                      <dgm:constr type="tMarg" refType="primFontSz" fact="0.05"/>
                      <dgm:constr type="bMarg" refType="primFontSz" fact="0.05"/>
                    </dgm:constrLst>
                    <dgm:ruleLst>
                      <dgm:rule type="primFontSz" val="5" fact="NaN" max="NaN"/>
                    </dgm:ruleLst>
                  </dgm:layoutNode>
                  <dgm:layoutNode name="rootConnector" moveWith="rootText">
                    <dgm:alg type="sp"/>
                    <dgm:shape xmlns:r="http://schemas.openxmlformats.org/officeDocument/2006/relationships" type="rect" r:blip="" hideGeom="1">
                      <dgm:adjLst/>
                    </dgm:shape>
                    <dgm:presOf axis="self" ptType="node" cnt="1"/>
                    <dgm:constrLst/>
                    <dgm:ruleLst/>
                  </dgm:layoutNode>
                </dgm:layoutNode>
                <dgm:layoutNode name="hierChild4">
                  <dgm:choose name="Name89">
                    <dgm:if name="Name90" func="var" arg="hierBranch" op="equ" val="l">
                      <dgm:choose name="Name91">
                        <dgm:if name="Name92" func="var" arg="dir" op="equ" val="norm">
                          <dgm:alg type="hierChild">
                            <dgm:param type="chAlign" val="t"/>
                            <dgm:param type="linDir" val="fromL"/>
                          </dgm:alg>
                        </dgm:if>
                        <dgm:else name="Name93">
                          <dgm:alg type="hierChild">
                            <dgm:param type="chAlign" val="t"/>
                            <dgm:param type="linDir" val="fromR"/>
                          </dgm:alg>
                        </dgm:else>
                      </dgm:choose>
                    </dgm:if>
                    <dgm:if name="Name94" func="var" arg="hierBranch" op="equ" val="r">
                      <dgm:choose name="Name95">
                        <dgm:if name="Name96" func="var" arg="dir" op="equ" val="norm">
                          <dgm:alg type="hierChild">
                            <dgm:param type="chAlign" val="b"/>
                            <dgm:param type="linDir" val="fromL"/>
                          </dgm:alg>
                        </dgm:if>
                        <dgm:else name="Name97">
                          <dgm:alg type="hierChild">
                            <dgm:param type="chAlign" val="b"/>
                            <dgm:param type="linDir" val="fromR"/>
                          </dgm:alg>
                        </dgm:else>
                      </dgm:choose>
                    </dgm:if>
                    <dgm:if name="Name98" func="var" arg="hierBranch" op="equ" val="hang">
                      <dgm:choose name="Name99">
                        <dgm:if name="Name100" func="var" arg="dir" op="equ" val="norm">
                          <dgm:alg type="hierChild">
                            <dgm:param type="chAlign" val="l"/>
                            <dgm:param type="linDir" val="fromT"/>
                            <dgm:param type="secChAlign" val="t"/>
                            <dgm:param type="secLinDir" val="fromL"/>
                          </dgm:alg>
                        </dgm:if>
                        <dgm:else name="Name101">
                          <dgm:alg type="hierChild">
                            <dgm:param type="chAlign" val="r"/>
                            <dgm:param type="linDir" val="fromT"/>
                            <dgm:param type="secChAlign" val="t"/>
                            <dgm:param type="secLinDir" val="fromR"/>
                          </dgm:alg>
                        </dgm:else>
                      </dgm:choose>
                    </dgm:if>
                    <dgm:else name="Name102">
                      <dgm:choose name="Name103">
                        <dgm:if name="Name104" func="var" arg="dir" op="equ" val="norm">
                          <dgm:alg type="hierChild">
                            <dgm:param type="linDir" val="fromT"/>
                            <dgm:param type="chAlign" val="l"/>
                          </dgm:alg>
                        </dgm:if>
                        <dgm:else name="Name105">
                          <dgm:alg type="hierChild">
                            <dgm:param type="linDir" val="fromT"/>
                            <dgm:param type="chAlign" val="r"/>
                          </dgm:alg>
                        </dgm:else>
                      </dgm:choose>
                    </dgm:else>
                  </dgm:choose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  <dgm:forEach name="Name106" ref="rep2a"/>
                </dgm:layoutNode>
                <dgm:layoutNode name="hierChild5">
                  <dgm:choose name="Name107">
                    <dgm:if name="Name108" func="var" arg="dir" op="equ" val="norm">
                      <dgm:alg type="hierChild">
                        <dgm:param type="chAlign" val="l"/>
                        <dgm:param type="linDir" val="fromT"/>
                        <dgm:param type="secChAlign" val="t"/>
                        <dgm:param type="secLinDir" val="fromL"/>
                      </dgm:alg>
                    </dgm:if>
                    <dgm:else name="Name109">
                      <dgm:alg type="hierChild">
                        <dgm:param type="chAlign" val="r"/>
                        <dgm:param type="linDir" val="fromT"/>
                        <dgm:param type="secChAlign" val="t"/>
                        <dgm:param type="secLinDir" val="fromR"/>
                      </dgm:alg>
                    </dgm:else>
                  </dgm:choose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  <dgm:forEach name="Name110" ref="rep2b"/>
                </dgm:layoutNode>
              </dgm:layoutNode>
            </dgm:forEach>
          </dgm:layoutNode>
          <dgm:layoutNode name="hierChild3">
            <dgm:choose name="Name111">
              <dgm:if name="Name112" func="var" arg="dir" op="equ" val="norm">
                <dgm:alg type="hierChild">
                  <dgm:param type="chAlign" val="l"/>
                  <dgm:param type="linDir" val="fromT"/>
                  <dgm:param type="secChAlign" val="t"/>
                  <dgm:param type="secLinDir" val="fromL"/>
                </dgm:alg>
              </dgm:if>
              <dgm:else name="Name113">
                <dgm:alg type="hierChild">
                  <dgm:param type="chAlign" val="r"/>
                  <dgm:param type="linDir" val="fromT"/>
                  <dgm:param type="secChAlign" val="t"/>
                  <dgm:param type="secLinDir" val="fromR"/>
                </dgm:alg>
              </dgm:else>
            </dgm:choose>
            <dgm:shape xmlns:r="http://schemas.openxmlformats.org/officeDocument/2006/relationships" r:blip="">
              <dgm:adjLst/>
            </dgm:shape>
            <dgm:presOf/>
            <dgm:constrLst/>
            <dgm:ruleLst/>
            <dgm:forEach name="rep2b" axis="ch" ptType="asst">
              <dgm:forEach name="Name114" axis="precedSib" ptType="parTrans" st="-1" cnt="1">
                <dgm:layoutNode name="Name115">
                  <dgm:choose name="Name116">
                    <dgm:if name="Name117" func="var" arg="dir" op="equ" val="norm">
                      <dgm:alg type="conn">
                        <dgm:param type="connRout" val="bend"/>
                        <dgm:param type="dim" val="1D"/>
                        <dgm:param type="endSty" val="noArr"/>
                        <dgm:param type="begPts" val="midR"/>
                        <dgm:param type="endPts" val="bCtr tCtr"/>
                      </dgm:alg>
                    </dgm:if>
                    <dgm:else name="Name118">
                      <dgm:alg type="conn">
                        <dgm:param type="connRout" val="bend"/>
                        <dgm:param type="dim" val="1D"/>
                        <dgm:param type="endSty" val="noArr"/>
                        <dgm:param type="begPts" val="midL"/>
                        <dgm:param type="endPts" val="bCtr tCtr"/>
                      </dgm:alg>
                    </dgm:else>
                  </dgm:choose>
                  <dgm:shape xmlns:r="http://schemas.openxmlformats.org/officeDocument/2006/relationships" type="conn" r:blip="" zOrderOff="-99999">
                    <dgm:adjLst/>
                  </dgm:shape>
                  <dgm:presOf axis="self"/>
                  <dgm:constrLst>
                    <dgm:constr type="begPad"/>
                    <dgm:constr type="endPad"/>
                  </dgm:constrLst>
                  <dgm:ruleLst/>
                </dgm:layoutNode>
              </dgm:forEach>
              <dgm:layoutNode name="hierRoot3">
                <dgm:varLst>
                  <dgm:hierBranch val="init"/>
                </dgm:varLst>
                <dgm:choose name="Name119">
                  <dgm:if name="Name120" func="var" arg="hierBranch" op="equ" val="l">
                    <dgm:choose name="Name121">
                      <dgm:if name="Name122" func="var" arg="dir" op="equ" val="norm">
                        <dgm:alg type="hierRoot">
                          <dgm:param type="hierAlign" val="lT"/>
                        </dgm:alg>
                        <dgm:constrLst>
                          <dgm:constr type="alignOff" val="0.75"/>
                        </dgm:constrLst>
                      </dgm:if>
                      <dgm:else name="Name123">
                        <dgm:alg type="hierRoot">
                          <dgm:param type="hierAlign" val="rT"/>
                        </dgm:alg>
                        <dgm:constrLst>
                          <dgm:constr type="alignOff" val="0.75"/>
                        </dgm:constrLst>
                      </dgm:else>
                    </dgm:choose>
                  </dgm:if>
                  <dgm:if name="Name124" func="var" arg="hierBranch" op="equ" val="r">
                    <dgm:choose name="Name125">
                      <dgm:if name="Name126" func="var" arg="dir" op="equ" val="norm">
                        <dgm:alg type="hierRoot">
                          <dgm:param type="hierAlign" val="lB"/>
                        </dgm:alg>
                        <dgm:constrLst>
                          <dgm:constr type="alignOff" val="0.75"/>
                        </dgm:constrLst>
                      </dgm:if>
                      <dgm:else name="Name127">
                        <dgm:alg type="hierRoot">
                          <dgm:param type="hierAlign" val="rB"/>
                        </dgm:alg>
                        <dgm:constrLst>
                          <dgm:constr type="alignOff" val="0.75"/>
                        </dgm:constrLst>
                      </dgm:else>
                    </dgm:choose>
                  </dgm:if>
                  <dgm:if name="Name128" func="var" arg="hierBranch" op="equ" val="hang">
                    <dgm:choose name="Name129">
                      <dgm:if name="Name130" func="var" arg="dir" op="equ" val="norm">
                        <dgm:alg type="hierRoot">
                          <dgm:param type="hierAlign" val="lCtrCh"/>
                        </dgm:alg>
                        <dgm:constrLst>
                          <dgm:constr type="alignOff" val="0.65"/>
                        </dgm:constrLst>
                      </dgm:if>
                      <dgm:else name="Name131">
                        <dgm:alg type="hierRoot">
                          <dgm:param type="hierAlign" val="rCtrCh"/>
                        </dgm:alg>
                        <dgm:constrLst>
                          <dgm:constr type="alignOff" val="0.65"/>
                        </dgm:constrLst>
                      </dgm:else>
                    </dgm:choose>
                  </dgm:if>
                  <dgm:else name="Name132">
                    <dgm:choose name="Name133">
                      <dgm:if name="Name134" func="var" arg="dir" op="equ" val="norm">
                        <dgm:alg type="hierRoot">
                          <dgm:param type="hierAlign" val="lCtrCh"/>
                        </dgm:alg>
                        <dgm:constrLst>
                          <dgm:constr type="alignOff"/>
                          <dgm:constr type="bendDist" for="des" ptType="parTrans" refType="sp" fact="0.5"/>
                        </dgm:constrLst>
                      </dgm:if>
                      <dgm:else name="Name135">
                        <dgm:alg type="hierRoot">
                          <dgm:param type="hierAlign" val="rCtrCh"/>
                        </dgm:alg>
                        <dgm:constrLst>
                          <dgm:constr type="alignOff"/>
                          <dgm:constr type="bendDist" for="des" ptType="parTrans" refType="sp" fact="0.5"/>
                        </dgm:constrLst>
                      </dgm:else>
                    </dgm:choose>
                  </dgm:else>
                </dgm:choose>
                <dgm:shape xmlns:r="http://schemas.openxmlformats.org/officeDocument/2006/relationships" r:blip="">
                  <dgm:adjLst/>
                </dgm:shape>
                <dgm:presOf/>
                <dgm:ruleLst/>
                <dgm:layoutNode name="rootComposite3">
                  <dgm:alg type="composite"/>
                  <dgm:shape xmlns:r="http://schemas.openxmlformats.org/officeDocument/2006/relationships" r:blip="">
                    <dgm:adjLst/>
                  </dgm:shape>
                  <dgm:presOf axis="self" ptType="node" cnt="1"/>
                  <dgm:choose name="Name136">
                    <dgm:if name="Name137" func="var" arg="hierBranch" op="equ" val="init">
                      <dgm:constrLst>
                        <dgm:constr type="l" for="ch" forName="rootText3"/>
                        <dgm:constr type="t" for="ch" forName="rootText3"/>
                        <dgm:constr type="w" for="ch" forName="rootText3" refType="w"/>
                        <dgm:constr type="h" for="ch" forName="rootText3" refType="h"/>
                        <dgm:constr type="l" for="ch" forName="rootConnector3"/>
                        <dgm:constr type="t" for="ch" forName="rootConnector3"/>
                        <dgm:constr type="w" for="ch" forName="rootConnector3" refType="w" refFor="ch" refForName="rootText3" fact="0.2"/>
                        <dgm:constr type="h" for="ch" forName="rootConnector3" refType="h" refFor="ch" refForName="rootText3"/>
                      </dgm:constrLst>
                    </dgm:if>
                    <dgm:if name="Name138" func="var" arg="hierBranch" op="equ" val="l">
                      <dgm:constrLst>
                        <dgm:constr type="l" for="ch" forName="rootText3"/>
                        <dgm:constr type="t" for="ch" forName="rootText3"/>
                        <dgm:constr type="w" for="ch" forName="rootText3" refType="w"/>
                        <dgm:constr type="h" for="ch" forName="rootText3" refType="h"/>
                        <dgm:constr type="r" for="ch" forName="rootConnector3" refType="w"/>
                        <dgm:constr type="t" for="ch" forName="rootConnector3"/>
                        <dgm:constr type="w" for="ch" forName="rootConnector3" refType="w" refFor="ch" refForName="rootText3" fact="0.2"/>
                        <dgm:constr type="h" for="ch" forName="rootConnector3" refType="h" refFor="ch" refForName="rootText3"/>
                      </dgm:constrLst>
                    </dgm:if>
                    <dgm:if name="Name139" func="var" arg="hierBranch" op="equ" val="r">
                      <dgm:constrLst>
                        <dgm:constr type="l" for="ch" forName="rootText3"/>
                        <dgm:constr type="t" for="ch" forName="rootText3"/>
                        <dgm:constr type="w" for="ch" forName="rootText3" refType="w"/>
                        <dgm:constr type="h" for="ch" forName="rootText3" refType="h"/>
                        <dgm:constr type="l" for="ch" forName="rootConnector3"/>
                        <dgm:constr type="t" for="ch" forName="rootConnector3"/>
                        <dgm:constr type="w" for="ch" forName="rootConnector3" refType="w" refFor="ch" refForName="rootText3" fact="0.2"/>
                        <dgm:constr type="h" for="ch" forName="rootConnector3" refType="h" refFor="ch" refForName="rootText3"/>
                      </dgm:constrLst>
                    </dgm:if>
                    <dgm:else name="Name140">
                      <dgm:constrLst>
                        <dgm:constr type="l" for="ch" forName="rootText3"/>
                        <dgm:constr type="t" for="ch" forName="rootText3"/>
                        <dgm:constr type="w" for="ch" forName="rootText3" refType="w"/>
                        <dgm:constr type="h" for="ch" forName="rootText3" refType="h"/>
                        <dgm:constr type="r" for="ch" forName="rootConnector3" refType="w"/>
                        <dgm:constr type="t" for="ch" forName="rootConnector3"/>
                        <dgm:constr type="w" for="ch" forName="rootConnector3" refType="w" refFor="ch" refForName="rootText3" fact="0.2"/>
                        <dgm:constr type="h" for="ch" forName="rootConnector3" refType="h" refFor="ch" refForName="rootText3"/>
                      </dgm:constrLst>
                    </dgm:else>
                  </dgm:choose>
                  <dgm:ruleLst/>
                  <dgm:layoutNode name="rootText3">
                    <dgm:varLst>
                      <dgm:chPref val="3"/>
                    </dgm:varLst>
                    <dgm:alg type="tx"/>
                    <dgm:shape xmlns:r="http://schemas.openxmlformats.org/officeDocument/2006/relationships" type="rect" r:blip="">
                      <dgm:adjLst/>
                    </dgm:shape>
                    <dgm:presOf axis="self" ptType="node" cnt="1"/>
                    <dgm:constrLst>
                      <dgm:constr type="primFontSz" val="65"/>
                      <dgm:constr type="lMarg" refType="primFontSz" fact="0.05"/>
                      <dgm:constr type="rMarg" refType="primFontSz" fact="0.05"/>
                      <dgm:constr type="tMarg" refType="primFontSz" fact="0.05"/>
                      <dgm:constr type="bMarg" refType="primFontSz" fact="0.05"/>
                    </dgm:constrLst>
                    <dgm:ruleLst>
                      <dgm:rule type="primFontSz" val="5" fact="NaN" max="NaN"/>
                    </dgm:ruleLst>
                  </dgm:layoutNode>
                  <dgm:layoutNode name="rootConnector3" moveWith="rootText1">
                    <dgm:alg type="sp"/>
                    <dgm:shape xmlns:r="http://schemas.openxmlformats.org/officeDocument/2006/relationships" type="rect" r:blip="" hideGeom="1">
                      <dgm:adjLst/>
                    </dgm:shape>
                    <dgm:presOf axis="self" ptType="node" cnt="1"/>
                    <dgm:constrLst/>
                    <dgm:ruleLst/>
                  </dgm:layoutNode>
                </dgm:layoutNode>
                <dgm:layoutNode name="hierChild6">
                  <dgm:choose name="Name141">
                    <dgm:if name="Name142" func="var" arg="hierBranch" op="equ" val="l">
                      <dgm:choose name="Name143">
                        <dgm:if name="Name144" func="var" arg="dir" op="equ" val="norm">
                          <dgm:alg type="hierChild">
                            <dgm:param type="chAlign" val="t"/>
                            <dgm:param type="linDir" val="fromL"/>
                          </dgm:alg>
                        </dgm:if>
                        <dgm:else name="Name145">
                          <dgm:alg type="hierChild">
                            <dgm:param type="chAlign" val="t"/>
                            <dgm:param type="linDir" val="fromR"/>
                          </dgm:alg>
                        </dgm:else>
                      </dgm:choose>
                    </dgm:if>
                    <dgm:if name="Name146" func="var" arg="hierBranch" op="equ" val="r">
                      <dgm:choose name="Name147">
                        <dgm:if name="Name148" func="var" arg="dir" op="equ" val="norm">
                          <dgm:alg type="hierChild">
                            <dgm:param type="chAlign" val="b"/>
                            <dgm:param type="linDir" val="fromL"/>
                          </dgm:alg>
                        </dgm:if>
                        <dgm:else name="Name149">
                          <dgm:alg type="hierChild">
                            <dgm:param type="chAlign" val="b"/>
                            <dgm:param type="linDir" val="fromR"/>
                          </dgm:alg>
                        </dgm:else>
                      </dgm:choose>
                    </dgm:if>
                    <dgm:if name="Name150" func="var" arg="hierBranch" op="equ" val="hang">
                      <dgm:choose name="Name151">
                        <dgm:if name="Name152" func="var" arg="dir" op="equ" val="norm">
                          <dgm:alg type="hierChild">
                            <dgm:param type="chAlign" val="l"/>
                            <dgm:param type="linDir" val="fromT"/>
                            <dgm:param type="secChAlign" val="t"/>
                            <dgm:param type="secLinDir" val="fromL"/>
                          </dgm:alg>
                        </dgm:if>
                        <dgm:else name="Name153">
                          <dgm:alg type="hierChild">
                            <dgm:param type="chAlign" val="r"/>
                            <dgm:param type="linDir" val="fromT"/>
                            <dgm:param type="secChAlign" val="t"/>
                            <dgm:param type="secLinDir" val="fromR"/>
                          </dgm:alg>
                        </dgm:else>
                      </dgm:choose>
                    </dgm:if>
                    <dgm:else name="Name154">
                      <dgm:choose name="Name155">
                        <dgm:if name="Name156" func="var" arg="dir" op="equ" val="norm">
                          <dgm:alg type="hierChild">
                            <dgm:param type="linDir" val="fromT"/>
                            <dgm:param type="chAlign" val="l"/>
                          </dgm:alg>
                        </dgm:if>
                        <dgm:else name="Name157">
                          <dgm:alg type="hierChild">
                            <dgm:param type="linDir" val="fromT"/>
                            <dgm:param type="chAlign" val="r"/>
                          </dgm:alg>
                        </dgm:else>
                      </dgm:choose>
                    </dgm:else>
                  </dgm:choose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  <dgm:forEach name="Name158" ref="rep2a"/>
                </dgm:layoutNode>
                <dgm:layoutNode name="hierChild7">
                  <dgm:choose name="Name159">
                    <dgm:if name="Name160" func="var" arg="dir" op="equ" val="norm">
                      <dgm:alg type="hierChild">
                        <dgm:param type="chAlign" val="l"/>
                        <dgm:param type="linDir" val="fromT"/>
                        <dgm:param type="secChAlign" val="t"/>
                        <dgm:param type="secLinDir" val="fromL"/>
                      </dgm:alg>
                    </dgm:if>
                    <dgm:else name="Name161">
                      <dgm:alg type="hierChild">
                        <dgm:param type="chAlign" val="r"/>
                        <dgm:param type="linDir" val="fromT"/>
                        <dgm:param type="secChAlign" val="t"/>
                        <dgm:param type="secLinDir" val="fromR"/>
                      </dgm:alg>
                    </dgm:else>
                  </dgm:choose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  <dgm:forEach name="Name162" ref="rep2b"/>
                </dgm:layoutNode>
              </dgm:layoutNode>
            </dgm:forEach>
          </dgm:layoutNode>
        </dgm:layoutNode>
      </dgm:forEach>
    </dgm:forEach>
  </dgm:layoutNode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09/3/layout/HorizontalOrganizationChart">
  <dgm:title val=""/>
  <dgm:desc val=""/>
  <dgm:catLst>
    <dgm:cat type="hierarchy" pri="4300"/>
  </dgm:catLst>
  <dgm:sampData>
    <dgm:dataModel>
      <dgm:ptLst>
        <dgm:pt modelId="0" type="doc"/>
        <dgm:pt modelId="1">
          <dgm:prSet phldr="1"/>
        </dgm:pt>
        <dgm:pt modelId="2" type="asst">
          <dgm:prSet phldr="1"/>
        </dgm:pt>
        <dgm:pt modelId="3">
          <dgm:prSet phldr="1"/>
        </dgm:pt>
        <dgm:pt modelId="4">
          <dgm:prSet phldr="1"/>
        </dgm:pt>
        <dgm:pt modelId="5">
          <dgm:prSet phldr="1"/>
        </dgm:pt>
      </dgm:ptLst>
      <dgm:cxnLst>
        <dgm:cxn modelId="5" srcId="0" destId="1" srcOrd="0" destOrd="0"/>
        <dgm:cxn modelId="6" srcId="1" destId="2" srcOrd="0" destOrd="0"/>
        <dgm:cxn modelId="7" srcId="1" destId="3" srcOrd="1" destOrd="0"/>
        <dgm:cxn modelId="8" srcId="1" destId="4" srcOrd="2" destOrd="0"/>
        <dgm:cxn modelId="9" srcId="1" destId="5" srcOrd="3" destOrd="0"/>
      </dgm:cxnLst>
      <dgm:bg/>
      <dgm:whole/>
    </dgm:dataModel>
  </dgm:sampData>
  <dgm:styleData>
    <dgm:dataModel>
      <dgm:ptLst>
        <dgm:pt modelId="0" type="doc"/>
        <dgm:pt modelId="1"/>
        <dgm:pt modelId="12"/>
        <dgm:pt modelId="13"/>
      </dgm:ptLst>
      <dgm:cxnLst>
        <dgm:cxn modelId="2" srcId="0" destId="1" srcOrd="0" destOrd="0"/>
        <dgm:cxn modelId="16" srcId="1" destId="12" srcOrd="1" destOrd="0"/>
        <dgm:cxn modelId="17" srcId="1" destId="13" srcOrd="2" destOrd="0"/>
      </dgm:cxnLst>
      <dgm:bg/>
      <dgm:whole/>
    </dgm:dataModel>
  </dgm:styleData>
  <dgm:clrData>
    <dgm:dataModel>
      <dgm:ptLst>
        <dgm:pt modelId="0" type="doc"/>
        <dgm:pt modelId="1"/>
        <dgm:pt modelId="11" type="asst"/>
        <dgm:pt modelId="12"/>
        <dgm:pt modelId="13"/>
        <dgm:pt modelId="14"/>
      </dgm:ptLst>
      <dgm:cxnLst>
        <dgm:cxn modelId="2" srcId="0" destId="1" srcOrd="0" destOrd="0"/>
        <dgm:cxn modelId="15" srcId="1" destId="11" srcOrd="0" destOrd="0"/>
        <dgm:cxn modelId="16" srcId="1" destId="12" srcOrd="1" destOrd="0"/>
        <dgm:cxn modelId="17" srcId="1" destId="13" srcOrd="2" destOrd="0"/>
        <dgm:cxn modelId="18" srcId="1" destId="14" srcOrd="2" destOrd="0"/>
      </dgm:cxnLst>
      <dgm:bg/>
      <dgm:whole/>
    </dgm:dataModel>
  </dgm:clrData>
  <dgm:layoutNode name="hierChild1">
    <dgm:varLst>
      <dgm:orgChart val="1"/>
      <dgm:chPref val="1"/>
      <dgm:dir/>
      <dgm:animOne val="branch"/>
      <dgm:animLvl val="lvl"/>
      <dgm:resizeHandles/>
    </dgm:varLst>
    <dgm:choose name="Name0">
      <dgm:if name="Name1" func="var" arg="dir" op="equ" val="norm">
        <dgm:alg type="hierChild">
          <dgm:param type="linDir" val="fromT"/>
          <dgm:param type="chAlign" val="l"/>
        </dgm:alg>
      </dgm:if>
      <dgm:else name="Name2">
        <dgm:alg type="hierChild">
          <dgm:param type="linDir" val="fromT"/>
          <dgm:param type="chAlign" val="r"/>
        </dgm:alg>
      </dgm:else>
    </dgm:choose>
    <dgm:shape xmlns:r="http://schemas.openxmlformats.org/officeDocument/2006/relationships" r:blip="">
      <dgm:adjLst/>
    </dgm:shape>
    <dgm:presOf/>
    <dgm:constrLst>
      <dgm:constr type="w" for="des" forName="rootComposite1" refType="w" fact="10"/>
      <dgm:constr type="h" for="des" forName="rootComposite1" refType="w" refFor="des" refForName="rootComposite1" fact="0.305"/>
      <dgm:constr type="w" for="des" forName="rootComposite" refType="w" fact="10"/>
      <dgm:constr type="h" for="des" forName="rootComposite" refType="w" refFor="des" refForName="rootComposite1" fact="0.305"/>
      <dgm:constr type="w" for="des" forName="rootComposite3" refType="w" fact="10"/>
      <dgm:constr type="h" for="des" forName="rootComposite3" refType="w" refFor="des" refForName="rootComposite1" fact="0.305"/>
      <dgm:constr type="primFontSz" for="des" ptType="node" op="equ"/>
      <dgm:constr type="sp" for="des" op="equ"/>
      <dgm:constr type="sp" for="des" forName="hierRoot1" refType="w" refFor="des" refForName="rootComposite1" fact="0.2"/>
      <dgm:constr type="sp" for="des" forName="hierRoot2" refType="sp" refFor="des" refForName="hierRoot1"/>
      <dgm:constr type="sp" for="des" forName="hierRoot3" refType="sp" refFor="des" refForName="hierRoot1"/>
      <dgm:constr type="sibSp" refType="w" refFor="des" refForName="rootComposite1" fact="0.125"/>
      <dgm:constr type="sibSp" for="des" forName="hierChild2" refType="sibSp"/>
      <dgm:constr type="sibSp" for="des" forName="hierChild3" refType="sibSp"/>
      <dgm:constr type="sibSp" for="des" forName="hierChild4" refType="sibSp"/>
      <dgm:constr type="sibSp" for="des" forName="hierChild5" refType="sibSp"/>
      <dgm:constr type="sibSp" for="des" forName="hierChild6" refType="sibSp"/>
      <dgm:constr type="sibSp" for="des" forName="hierChild7" refType="sibSp"/>
      <dgm:constr type="secSibSp" refType="w" refFor="des" refForName="rootComposite1" fact="0.125"/>
      <dgm:constr type="secSibSp" for="des" forName="hierChild2" refType="secSibSp"/>
      <dgm:constr type="secSibSp" for="des" forName="hierChild3" refType="secSibSp"/>
      <dgm:constr type="secSibSp" for="des" forName="hierChild4" refType="secSibSp"/>
      <dgm:constr type="secSibSp" for="des" forName="hierChild5" refType="secSibSp"/>
      <dgm:constr type="secSibSp" for="des" forName="hierChild6" refType="secSibSp"/>
      <dgm:constr type="secSibSp" for="des" forName="hierChild7" refType="secSibSp"/>
    </dgm:constrLst>
    <dgm:ruleLst/>
    <dgm:forEach name="Name3" axis="ch">
      <dgm:forEach name="Name4" axis="self" ptType="node">
        <dgm:layoutNode name="hierRoot1">
          <dgm:varLst>
            <dgm:hierBranch val="init"/>
          </dgm:varLst>
          <dgm:choose name="Name5">
            <dgm:if name="Name6" func="var" arg="hierBranch" op="equ" val="l">
              <dgm:choose name="Name7">
                <dgm:if name="Name8" func="var" arg="dir" op="equ" val="norm">
                  <dgm:alg type="hierRoot">
                    <dgm:param type="hierAlign" val="lT"/>
                  </dgm:alg>
                  <dgm:constrLst>
                    <dgm:constr type="alignOff" val="0.75"/>
                  </dgm:constrLst>
                </dgm:if>
                <dgm:else name="Name9">
                  <dgm:alg type="hierRoot">
                    <dgm:param type="hierAlign" val="rT"/>
                  </dgm:alg>
                  <dgm:constrLst>
                    <dgm:constr type="alignOff" val="0.75"/>
                  </dgm:constrLst>
                </dgm:else>
              </dgm:choose>
            </dgm:if>
            <dgm:if name="Name10" func="var" arg="hierBranch" op="equ" val="r">
              <dgm:choose name="Name11">
                <dgm:if name="Name12" func="var" arg="dir" op="equ" val="norm">
                  <dgm:alg type="hierRoot">
                    <dgm:param type="hierAlign" val="lB"/>
                  </dgm:alg>
                  <dgm:constrLst>
                    <dgm:constr type="alignOff" val="0.75"/>
                  </dgm:constrLst>
                </dgm:if>
                <dgm:else name="Name13">
                  <dgm:alg type="hierRoot">
                    <dgm:param type="hierAlign" val="rB"/>
                  </dgm:alg>
                  <dgm:constrLst>
                    <dgm:constr type="alignOff" val="0.75"/>
                  </dgm:constrLst>
                </dgm:else>
              </dgm:choose>
            </dgm:if>
            <dgm:if name="Name14" func="var" arg="hierBranch" op="equ" val="hang">
              <dgm:choose name="Name15">
                <dgm:if name="Name16" func="var" arg="dir" op="equ" val="norm">
                  <dgm:alg type="hierRoot">
                    <dgm:param type="hierAlign" val="lCtrCh"/>
                  </dgm:alg>
                  <dgm:constrLst>
                    <dgm:constr type="alignOff" val="0.65"/>
                  </dgm:constrLst>
                </dgm:if>
                <dgm:else name="Name17">
                  <dgm:alg type="hierRoot">
                    <dgm:param type="hierAlign" val="rCtrCh"/>
                  </dgm:alg>
                  <dgm:constrLst>
                    <dgm:constr type="alignOff" val="0.65"/>
                  </dgm:constrLst>
                </dgm:else>
              </dgm:choose>
            </dgm:if>
            <dgm:else name="Name18">
              <dgm:choose name="Name19">
                <dgm:if name="Name20" func="var" arg="dir" op="equ" val="norm">
                  <dgm:alg type="hierRoot">
                    <dgm:param type="hierAlign" val="lCtrCh"/>
                  </dgm:alg>
                  <dgm:constrLst>
                    <dgm:constr type="alignOff"/>
                    <dgm:constr type="bendDist" for="des" ptType="parTrans" refType="sp" fact="0.5"/>
                  </dgm:constrLst>
                </dgm:if>
                <dgm:else name="Name21">
                  <dgm:alg type="hierRoot">
                    <dgm:param type="hierAlign" val="rCtrCh"/>
                  </dgm:alg>
                  <dgm:constrLst>
                    <dgm:constr type="alignOff"/>
                    <dgm:constr type="bendDist" for="des" ptType="parTrans" refType="sp" fact="0.5"/>
                  </dgm:constrLst>
                </dgm:else>
              </dgm:choose>
            </dgm:else>
          </dgm:choose>
          <dgm:shape xmlns:r="http://schemas.openxmlformats.org/officeDocument/2006/relationships" r:blip="">
            <dgm:adjLst/>
          </dgm:shape>
          <dgm:presOf/>
          <dgm:ruleLst/>
          <dgm:layoutNode name="rootComposite1">
            <dgm:alg type="composite"/>
            <dgm:shape xmlns:r="http://schemas.openxmlformats.org/officeDocument/2006/relationships" r:blip="">
              <dgm:adjLst/>
            </dgm:shape>
            <dgm:presOf axis="self" ptType="node" cnt="1"/>
            <dgm:choose name="Name22">
              <dgm:if name="Name23" func="var" arg="hierBranch" op="equ" val="init">
                <dgm:constrLst>
                  <dgm:constr type="l" for="ch" forName="rootText1"/>
                  <dgm:constr type="t" for="ch" forName="rootText1"/>
                  <dgm:constr type="w" for="ch" forName="rootText1" refType="w"/>
                  <dgm:constr type="h" for="ch" forName="rootText1" refType="h"/>
                  <dgm:constr type="l" for="ch" forName="rootConnector1"/>
                  <dgm:constr type="t" for="ch" forName="rootConnector1"/>
                  <dgm:constr type="w" for="ch" forName="rootConnector1" refType="w" refFor="ch" refForName="rootText1" fact="0.2"/>
                  <dgm:constr type="h" for="ch" forName="rootConnector1" refType="h" refFor="ch" refForName="rootText1"/>
                </dgm:constrLst>
              </dgm:if>
              <dgm:if name="Name24" func="var" arg="hierBranch" op="equ" val="l">
                <dgm:constrLst>
                  <dgm:constr type="l" for="ch" forName="rootText1"/>
                  <dgm:constr type="t" for="ch" forName="rootText1"/>
                  <dgm:constr type="w" for="ch" forName="rootText1" refType="w"/>
                  <dgm:constr type="h" for="ch" forName="rootText1" refType="h"/>
                  <dgm:constr type="r" for="ch" forName="rootConnector1" refType="w"/>
                  <dgm:constr type="t" for="ch" forName="rootConnector1"/>
                  <dgm:constr type="w" for="ch" forName="rootConnector1" refType="w" refFor="ch" refForName="rootText1" fact="0.2"/>
                  <dgm:constr type="h" for="ch" forName="rootConnector1" refType="h" refFor="ch" refForName="rootText1"/>
                </dgm:constrLst>
              </dgm:if>
              <dgm:if name="Name25" func="var" arg="hierBranch" op="equ" val="r">
                <dgm:constrLst>
                  <dgm:constr type="l" for="ch" forName="rootText1"/>
                  <dgm:constr type="t" for="ch" forName="rootText1"/>
                  <dgm:constr type="w" for="ch" forName="rootText1" refType="w"/>
                  <dgm:constr type="h" for="ch" forName="rootText1" refType="h"/>
                  <dgm:constr type="l" for="ch" forName="rootConnector1"/>
                  <dgm:constr type="t" for="ch" forName="rootConnector1"/>
                  <dgm:constr type="w" for="ch" forName="rootConnector1" refType="w" refFor="ch" refForName="rootText1" fact="0.2"/>
                  <dgm:constr type="h" for="ch" forName="rootConnector1" refType="h" refFor="ch" refForName="rootText1"/>
                </dgm:constrLst>
              </dgm:if>
              <dgm:else name="Name26">
                <dgm:constrLst>
                  <dgm:constr type="l" for="ch" forName="rootText1"/>
                  <dgm:constr type="t" for="ch" forName="rootText1"/>
                  <dgm:constr type="w" for="ch" forName="rootText1" refType="w"/>
                  <dgm:constr type="h" for="ch" forName="rootText1" refType="h"/>
                  <dgm:constr type="r" for="ch" forName="rootConnector1" refType="w"/>
                  <dgm:constr type="t" for="ch" forName="rootConnector1"/>
                  <dgm:constr type="w" for="ch" forName="rootConnector1" refType="w" refFor="ch" refForName="rootText1" fact="0.2"/>
                  <dgm:constr type="h" for="ch" forName="rootConnector1" refType="h" refFor="ch" refForName="rootText1"/>
                </dgm:constrLst>
              </dgm:else>
            </dgm:choose>
            <dgm:ruleLst/>
            <dgm:layoutNode name="rootText1" styleLbl="node0">
              <dgm:varLst>
                <dgm:chPref val="3"/>
              </dgm:varLst>
              <dgm:alg type="tx"/>
              <dgm:shape xmlns:r="http://schemas.openxmlformats.org/officeDocument/2006/relationships" type="rect" r:blip="">
                <dgm:adjLst/>
              </dgm:shape>
              <dgm:presOf axis="self" ptType="node" cnt="1"/>
              <dgm:constrLst>
                <dgm:constr type="primFontSz" val="65"/>
                <dgm:constr type="lMarg" refType="primFontSz" fact="0.05"/>
                <dgm:constr type="rMarg" refType="primFontSz" fact="0.05"/>
                <dgm:constr type="tMarg" refType="primFontSz" fact="0.05"/>
                <dgm:constr type="bMarg" refType="primFontSz" fact="0.05"/>
              </dgm:constrLst>
              <dgm:ruleLst>
                <dgm:rule type="primFontSz" val="5" fact="NaN" max="NaN"/>
              </dgm:ruleLst>
            </dgm:layoutNode>
            <dgm:layoutNode name="rootConnector1" moveWith="rootText1">
              <dgm:alg type="sp"/>
              <dgm:shape xmlns:r="http://schemas.openxmlformats.org/officeDocument/2006/relationships" type="rect" r:blip="" hideGeom="1">
                <dgm:adjLst/>
              </dgm:shape>
              <dgm:presOf axis="self" ptType="node" cnt="1"/>
              <dgm:constrLst/>
              <dgm:ruleLst/>
            </dgm:layoutNode>
          </dgm:layoutNode>
          <dgm:layoutNode name="hierChild2">
            <dgm:choose name="Name27">
              <dgm:if name="Name28" func="var" arg="hierBranch" op="equ" val="l">
                <dgm:choose name="Name29">
                  <dgm:if name="Name30" func="var" arg="dir" op="equ" val="norm">
                    <dgm:alg type="hierChild">
                      <dgm:param type="chAlign" val="t"/>
                      <dgm:param type="linDir" val="fromL"/>
                    </dgm:alg>
                  </dgm:if>
                  <dgm:else name="Name31">
                    <dgm:alg type="hierChild">
                      <dgm:param type="chAlign" val="t"/>
                      <dgm:param type="linDir" val="fromR"/>
                    </dgm:alg>
                  </dgm:else>
                </dgm:choose>
              </dgm:if>
              <dgm:if name="Name32" func="var" arg="hierBranch" op="equ" val="r">
                <dgm:choose name="Name33">
                  <dgm:if name="Name34" func="var" arg="dir" op="equ" val="norm">
                    <dgm:alg type="hierChild">
                      <dgm:param type="chAlign" val="b"/>
                      <dgm:param type="linDir" val="fromL"/>
                    </dgm:alg>
                  </dgm:if>
                  <dgm:else name="Name35">
                    <dgm:alg type="hierChild">
                      <dgm:param type="chAlign" val="b"/>
                      <dgm:param type="linDir" val="fromR"/>
                    </dgm:alg>
                  </dgm:else>
                </dgm:choose>
              </dgm:if>
              <dgm:if name="Name36" func="var" arg="hierBranch" op="equ" val="hang">
                <dgm:choose name="Name37">
                  <dgm:if name="Name38" func="var" arg="dir" op="equ" val="norm">
                    <dgm:alg type="hierChild">
                      <dgm:param type="chAlign" val="l"/>
                      <dgm:param type="linDir" val="fromT"/>
                      <dgm:param type="secChAlign" val="t"/>
                      <dgm:param type="secLinDir" val="fromL"/>
                    </dgm:alg>
                  </dgm:if>
                  <dgm:else name="Name39">
                    <dgm:alg type="hierChild">
                      <dgm:param type="chAlign" val="r"/>
                      <dgm:param type="linDir" val="fromT"/>
                      <dgm:param type="secChAlign" val="t"/>
                      <dgm:param type="secLinDir" val="fromR"/>
                    </dgm:alg>
                  </dgm:else>
                </dgm:choose>
              </dgm:if>
              <dgm:else name="Name40">
                <dgm:choose name="Name41">
                  <dgm:if name="Name42" func="var" arg="dir" op="equ" val="norm">
                    <dgm:alg type="hierChild">
                      <dgm:param type="linDir" val="fromT"/>
                      <dgm:param type="chAlign" val="l"/>
                    </dgm:alg>
                  </dgm:if>
                  <dgm:else name="Name43">
                    <dgm:alg type="hierChild">
                      <dgm:param type="linDir" val="fromT"/>
                      <dgm:param type="chAlign" val="r"/>
                    </dgm:alg>
                  </dgm:else>
                </dgm:choose>
              </dgm:else>
            </dgm:choose>
            <dgm:shape xmlns:r="http://schemas.openxmlformats.org/officeDocument/2006/relationships" r:blip="">
              <dgm:adjLst/>
            </dgm:shape>
            <dgm:presOf/>
            <dgm:constrLst/>
            <dgm:ruleLst/>
            <dgm:forEach name="rep2a" axis="ch" ptType="nonAsst">
              <dgm:forEach name="Name44" axis="precedSib" ptType="parTrans" st="-1" cnt="1">
                <dgm:choose name="Name45">
                  <dgm:if name="Name46" func="var" arg="hierBranch" op="equ" val="hang">
                    <dgm:layoutNode name="Name47">
                      <dgm:choose name="Name48">
                        <dgm:if name="Name49" func="var" arg="dir" op="equ" val="norm">
                          <dgm:alg type="conn">
                            <dgm:param type="connRout" val="bend"/>
                            <dgm:param type="dim" val="1D"/>
                            <dgm:param type="endSty" val="noArr"/>
                            <dgm:param type="begPts" val="midR"/>
                            <dgm:param type="endPts" val="bCtr tCtr"/>
                          </dgm:alg>
                        </dgm:if>
                        <dgm:else name="Name50">
                          <dgm:alg type="conn">
                            <dgm:param type="connRout" val="bend"/>
                            <dgm:param type="dim" val="1D"/>
                            <dgm:param type="endSty" val="noArr"/>
                            <dgm:param type="begPts" val="midL"/>
                            <dgm:param type="endPts" val="bCtr tCtr"/>
                          </dgm:alg>
                        </dgm:else>
                      </dgm:choose>
                      <dgm:shape xmlns:r="http://schemas.openxmlformats.org/officeDocument/2006/relationships" type="conn" r:blip="" zOrderOff="-99999">
                        <dgm:adjLst/>
                      </dgm:shape>
                      <dgm:presOf axis="self"/>
                      <dgm:constrLst>
                        <dgm:constr type="begPad"/>
                        <dgm:constr type="endPad"/>
                      </dgm:constrLst>
                      <dgm:ruleLst/>
                    </dgm:layoutNode>
                  </dgm:if>
                  <dgm:if name="Name51" func="var" arg="hierBranch" op="equ" val="l">
                    <dgm:layoutNode name="Name52">
                      <dgm:choose name="Name53">
                        <dgm:if name="Name54" func="var" arg="dir" op="equ" val="norm">
                          <dgm:alg type="conn">
                            <dgm:param type="connRout" val="bend"/>
                            <dgm:param type="dim" val="1D"/>
                            <dgm:param type="endSty" val="noArr"/>
                            <dgm:param type="begPts" val="midR"/>
                            <dgm:param type="endPts" val="tCtr"/>
                          </dgm:alg>
                        </dgm:if>
                        <dgm:else name="Name55">
                          <dgm:alg type="conn">
                            <dgm:param type="connRout" val="bend"/>
                            <dgm:param type="dim" val="1D"/>
                            <dgm:param type="endSty" val="noArr"/>
                            <dgm:param type="begPts" val="midL"/>
                            <dgm:param type="endPts" val="tCtr"/>
                          </dgm:alg>
                        </dgm:else>
                      </dgm:choose>
                      <dgm:shape xmlns:r="http://schemas.openxmlformats.org/officeDocument/2006/relationships" type="conn" r:blip="" zOrderOff="-99999">
                        <dgm:adjLst/>
                      </dgm:shape>
                      <dgm:presOf axis="self"/>
                      <dgm:constrLst>
                        <dgm:constr type="begPad"/>
                        <dgm:constr type="endPad"/>
                      </dgm:constrLst>
                      <dgm:ruleLst/>
                    </dgm:layoutNode>
                  </dgm:if>
                  <dgm:if name="Name56" func="var" arg="hierBranch" op="equ" val="r">
                    <dgm:layoutNode name="Name57">
                      <dgm:choose name="Name58">
                        <dgm:if name="Name59" func="var" arg="dir" op="equ" val="norm">
                          <dgm:alg type="conn">
                            <dgm:param type="connRout" val="bend"/>
                            <dgm:param type="dim" val="1D"/>
                            <dgm:param type="endSty" val="noArr"/>
                            <dgm:param type="begPts" val="midR"/>
                            <dgm:param type="endPts" val="bCtr"/>
                          </dgm:alg>
                        </dgm:if>
                        <dgm:else name="Name60">
                          <dgm:alg type="conn">
                            <dgm:param type="connRout" val="bend"/>
                            <dgm:param type="dim" val="1D"/>
                            <dgm:param type="endSty" val="noArr"/>
                            <dgm:param type="begPts" val="midL"/>
                            <dgm:param type="endPts" val="bCtr"/>
                          </dgm:alg>
                        </dgm:else>
                      </dgm:choose>
                      <dgm:shape xmlns:r="http://schemas.openxmlformats.org/officeDocument/2006/relationships" type="conn" r:blip="" zOrderOff="-99999">
                        <dgm:adjLst/>
                      </dgm:shape>
                      <dgm:presOf axis="self"/>
                      <dgm:constrLst>
                        <dgm:constr type="begPad"/>
                        <dgm:constr type="endPad"/>
                      </dgm:constrLst>
                      <dgm:ruleLst/>
                    </dgm:layoutNode>
                  </dgm:if>
                  <dgm:else name="Name61">
                    <dgm:choose name="Name62">
                      <dgm:if name="Name63" func="var" arg="dir" op="equ" val="norm">
                        <dgm:layoutNode name="Name64">
                          <dgm:alg type="conn">
                            <dgm:param type="connRout" val="bend"/>
                            <dgm:param type="dim" val="1D"/>
                            <dgm:param type="endSty" val="noArr"/>
                            <dgm:param type="begPts" val="midR"/>
                            <dgm:param type="endPts" val="midL"/>
                            <dgm:param type="bendPt" val="end"/>
                          </dgm:alg>
                          <dgm:shape xmlns:r="http://schemas.openxmlformats.org/officeDocument/2006/relationships" type="conn" r:blip="" zOrderOff="-99999">
                            <dgm:adjLst/>
                          </dgm:shape>
                          <dgm:presOf axis="self"/>
                          <dgm:constrLst>
                            <dgm:constr type="begPad"/>
                            <dgm:constr type="endPad"/>
                          </dgm:constrLst>
                          <dgm:ruleLst/>
                        </dgm:layoutNode>
                      </dgm:if>
                      <dgm:else name="Name65">
                        <dgm:layoutNode name="Name66">
                          <dgm:alg type="conn">
                            <dgm:param type="connRout" val="bend"/>
                            <dgm:param type="dim" val="1D"/>
                            <dgm:param type="endSty" val="noArr"/>
                            <dgm:param type="begPts" val="midL"/>
                            <dgm:param type="endPts" val="midR"/>
                            <dgm:param type="bendPt" val="end"/>
                          </dgm:alg>
                          <dgm:shape xmlns:r="http://schemas.openxmlformats.org/officeDocument/2006/relationships" type="conn" r:blip="" zOrderOff="-99999">
                            <dgm:adjLst/>
                          </dgm:shape>
                          <dgm:presOf axis="self"/>
                          <dgm:constrLst>
                            <dgm:constr type="begPad"/>
                            <dgm:constr type="endPad"/>
                          </dgm:constrLst>
                          <dgm:ruleLst/>
                        </dgm:layoutNode>
                      </dgm:else>
                    </dgm:choose>
                  </dgm:else>
                </dgm:choose>
              </dgm:forEach>
              <dgm:layoutNode name="hierRoot2">
                <dgm:varLst>
                  <dgm:hierBranch val="init"/>
                </dgm:varLst>
                <dgm:choose name="Name67">
                  <dgm:if name="Name68" func="var" arg="hierBranch" op="equ" val="l">
                    <dgm:choose name="Name69">
                      <dgm:if name="Name70" func="var" arg="dir" op="equ" val="norm">
                        <dgm:alg type="hierRoot">
                          <dgm:param type="hierAlign" val="lT"/>
                        </dgm:alg>
                        <dgm:constrLst>
                          <dgm:constr type="alignOff" val="0.75"/>
                        </dgm:constrLst>
                      </dgm:if>
                      <dgm:else name="Name71">
                        <dgm:alg type="hierRoot">
                          <dgm:param type="hierAlign" val="rT"/>
                        </dgm:alg>
                        <dgm:constrLst>
                          <dgm:constr type="alignOff" val="0.75"/>
                        </dgm:constrLst>
                      </dgm:else>
                    </dgm:choose>
                  </dgm:if>
                  <dgm:if name="Name72" func="var" arg="hierBranch" op="equ" val="r">
                    <dgm:choose name="Name73">
                      <dgm:if name="Name74" func="var" arg="dir" op="equ" val="norm">
                        <dgm:alg type="hierRoot">
                          <dgm:param type="hierAlign" val="lB"/>
                        </dgm:alg>
                        <dgm:constrLst>
                          <dgm:constr type="alignOff" val="0.75"/>
                        </dgm:constrLst>
                      </dgm:if>
                      <dgm:else name="Name75">
                        <dgm:alg type="hierRoot">
                          <dgm:param type="hierAlign" val="rB"/>
                        </dgm:alg>
                        <dgm:constrLst>
                          <dgm:constr type="alignOff" val="0.75"/>
                        </dgm:constrLst>
                      </dgm:else>
                    </dgm:choose>
                  </dgm:if>
                  <dgm:if name="Name76" func="var" arg="hierBranch" op="equ" val="hang">
                    <dgm:choose name="Name77">
                      <dgm:if name="Name78" func="var" arg="dir" op="equ" val="norm">
                        <dgm:alg type="hierRoot">
                          <dgm:param type="hierAlign" val="lCtrCh"/>
                        </dgm:alg>
                        <dgm:constrLst>
                          <dgm:constr type="alignOff" val="0.65"/>
                        </dgm:constrLst>
                      </dgm:if>
                      <dgm:else name="Name79">
                        <dgm:alg type="hierRoot">
                          <dgm:param type="hierAlign" val="rCtrCh"/>
                        </dgm:alg>
                        <dgm:constrLst>
                          <dgm:constr type="alignOff" val="0.65"/>
                        </dgm:constrLst>
                      </dgm:else>
                    </dgm:choose>
                  </dgm:if>
                  <dgm:else name="Name80">
                    <dgm:choose name="Name81">
                      <dgm:if name="Name82" func="var" arg="dir" op="equ" val="norm">
                        <dgm:alg type="hierRoot">
                          <dgm:param type="hierAlign" val="lCtrCh"/>
                        </dgm:alg>
                        <dgm:constrLst>
                          <dgm:constr type="alignOff"/>
                          <dgm:constr type="bendDist" for="des" ptType="parTrans" refType="sp" fact="0.5"/>
                        </dgm:constrLst>
                      </dgm:if>
                      <dgm:else name="Name83">
                        <dgm:alg type="hierRoot">
                          <dgm:param type="hierAlign" val="rCtrCh"/>
                        </dgm:alg>
                        <dgm:constrLst>
                          <dgm:constr type="alignOff"/>
                          <dgm:constr type="bendDist" for="des" ptType="parTrans" refType="sp" fact="0.5"/>
                        </dgm:constrLst>
                      </dgm:else>
                    </dgm:choose>
                  </dgm:else>
                </dgm:choose>
                <dgm:shape xmlns:r="http://schemas.openxmlformats.org/officeDocument/2006/relationships" r:blip="">
                  <dgm:adjLst/>
                </dgm:shape>
                <dgm:presOf/>
                <dgm:ruleLst/>
                <dgm:layoutNode name="rootComposite">
                  <dgm:alg type="composite"/>
                  <dgm:shape xmlns:r="http://schemas.openxmlformats.org/officeDocument/2006/relationships" r:blip="">
                    <dgm:adjLst/>
                  </dgm:shape>
                  <dgm:presOf axis="self" ptType="node" cnt="1"/>
                  <dgm:choose name="Name84">
                    <dgm:if name="Name85" func="var" arg="hierBranch" op="equ" val="init">
                      <dgm:constrLst>
                        <dgm:constr type="l" for="ch" forName="rootText"/>
                        <dgm:constr type="t" for="ch" forName="rootText"/>
                        <dgm:constr type="w" for="ch" forName="rootText" refType="w"/>
                        <dgm:constr type="h" for="ch" forName="rootText" refType="h"/>
                        <dgm:constr type="l" for="ch" forName="rootConnector"/>
                        <dgm:constr type="t" for="ch" forName="rootConnector"/>
                        <dgm:constr type="w" for="ch" forName="rootConnector" refType="w" refFor="ch" refForName="rootText" fact="0.2"/>
                        <dgm:constr type="h" for="ch" forName="rootConnector" refType="h" refFor="ch" refForName="rootText"/>
                      </dgm:constrLst>
                    </dgm:if>
                    <dgm:if name="Name86" func="var" arg="hierBranch" op="equ" val="l">
                      <dgm:constrLst>
                        <dgm:constr type="l" for="ch" forName="rootText"/>
                        <dgm:constr type="t" for="ch" forName="rootText"/>
                        <dgm:constr type="w" for="ch" forName="rootText" refType="w"/>
                        <dgm:constr type="h" for="ch" forName="rootText" refType="h"/>
                        <dgm:constr type="r" for="ch" forName="rootConnector" refType="w"/>
                        <dgm:constr type="t" for="ch" forName="rootConnector"/>
                        <dgm:constr type="w" for="ch" forName="rootConnector" refType="w" refFor="ch" refForName="rootText" fact="0.2"/>
                        <dgm:constr type="h" for="ch" forName="rootConnector" refType="h" refFor="ch" refForName="rootText"/>
                      </dgm:constrLst>
                    </dgm:if>
                    <dgm:if name="Name87" func="var" arg="hierBranch" op="equ" val="r">
                      <dgm:constrLst>
                        <dgm:constr type="l" for="ch" forName="rootText"/>
                        <dgm:constr type="t" for="ch" forName="rootText"/>
                        <dgm:constr type="w" for="ch" forName="rootText" refType="w"/>
                        <dgm:constr type="h" for="ch" forName="rootText" refType="h"/>
                        <dgm:constr type="l" for="ch" forName="rootConnector"/>
                        <dgm:constr type="t" for="ch" forName="rootConnector"/>
                        <dgm:constr type="w" for="ch" forName="rootConnector" refType="w" refFor="ch" refForName="rootText" fact="0.2"/>
                        <dgm:constr type="h" for="ch" forName="rootConnector" refType="h" refFor="ch" refForName="rootText"/>
                      </dgm:constrLst>
                    </dgm:if>
                    <dgm:else name="Name88">
                      <dgm:constrLst>
                        <dgm:constr type="l" for="ch" forName="rootText"/>
                        <dgm:constr type="t" for="ch" forName="rootText"/>
                        <dgm:constr type="w" for="ch" forName="rootText" refType="w"/>
                        <dgm:constr type="h" for="ch" forName="rootText" refType="h"/>
                        <dgm:constr type="r" for="ch" forName="rootConnector" refType="w"/>
                        <dgm:constr type="t" for="ch" forName="rootConnector"/>
                        <dgm:constr type="w" for="ch" forName="rootConnector" refType="w" refFor="ch" refForName="rootText" fact="0.2"/>
                        <dgm:constr type="h" for="ch" forName="rootConnector" refType="h" refFor="ch" refForName="rootText"/>
                      </dgm:constrLst>
                    </dgm:else>
                  </dgm:choose>
                  <dgm:ruleLst/>
                  <dgm:layoutNode name="rootText">
                    <dgm:varLst>
                      <dgm:chPref val="3"/>
                    </dgm:varLst>
                    <dgm:alg type="tx"/>
                    <dgm:shape xmlns:r="http://schemas.openxmlformats.org/officeDocument/2006/relationships" type="rect" r:blip="">
                      <dgm:adjLst/>
                    </dgm:shape>
                    <dgm:presOf axis="self" ptType="node" cnt="1"/>
                    <dgm:constrLst>
                      <dgm:constr type="primFontSz" val="65"/>
                      <dgm:constr type="lMarg" refType="primFontSz" fact="0.05"/>
                      <dgm:constr type="rMarg" refType="primFontSz" fact="0.05"/>
                      <dgm:constr type="tMarg" refType="primFontSz" fact="0.05"/>
                      <dgm:constr type="bMarg" refType="primFontSz" fact="0.05"/>
                    </dgm:constrLst>
                    <dgm:ruleLst>
                      <dgm:rule type="primFontSz" val="5" fact="NaN" max="NaN"/>
                    </dgm:ruleLst>
                  </dgm:layoutNode>
                  <dgm:layoutNode name="rootConnector" moveWith="rootText">
                    <dgm:alg type="sp"/>
                    <dgm:shape xmlns:r="http://schemas.openxmlformats.org/officeDocument/2006/relationships" type="rect" r:blip="" hideGeom="1">
                      <dgm:adjLst/>
                    </dgm:shape>
                    <dgm:presOf axis="self" ptType="node" cnt="1"/>
                    <dgm:constrLst/>
                    <dgm:ruleLst/>
                  </dgm:layoutNode>
                </dgm:layoutNode>
                <dgm:layoutNode name="hierChild4">
                  <dgm:choose name="Name89">
                    <dgm:if name="Name90" func="var" arg="hierBranch" op="equ" val="l">
                      <dgm:choose name="Name91">
                        <dgm:if name="Name92" func="var" arg="dir" op="equ" val="norm">
                          <dgm:alg type="hierChild">
                            <dgm:param type="chAlign" val="t"/>
                            <dgm:param type="linDir" val="fromL"/>
                          </dgm:alg>
                        </dgm:if>
                        <dgm:else name="Name93">
                          <dgm:alg type="hierChild">
                            <dgm:param type="chAlign" val="t"/>
                            <dgm:param type="linDir" val="fromR"/>
                          </dgm:alg>
                        </dgm:else>
                      </dgm:choose>
                    </dgm:if>
                    <dgm:if name="Name94" func="var" arg="hierBranch" op="equ" val="r">
                      <dgm:choose name="Name95">
                        <dgm:if name="Name96" func="var" arg="dir" op="equ" val="norm">
                          <dgm:alg type="hierChild">
                            <dgm:param type="chAlign" val="b"/>
                            <dgm:param type="linDir" val="fromL"/>
                          </dgm:alg>
                        </dgm:if>
                        <dgm:else name="Name97">
                          <dgm:alg type="hierChild">
                            <dgm:param type="chAlign" val="b"/>
                            <dgm:param type="linDir" val="fromR"/>
                          </dgm:alg>
                        </dgm:else>
                      </dgm:choose>
                    </dgm:if>
                    <dgm:if name="Name98" func="var" arg="hierBranch" op="equ" val="hang">
                      <dgm:choose name="Name99">
                        <dgm:if name="Name100" func="var" arg="dir" op="equ" val="norm">
                          <dgm:alg type="hierChild">
                            <dgm:param type="chAlign" val="l"/>
                            <dgm:param type="linDir" val="fromT"/>
                            <dgm:param type="secChAlign" val="t"/>
                            <dgm:param type="secLinDir" val="fromL"/>
                          </dgm:alg>
                        </dgm:if>
                        <dgm:else name="Name101">
                          <dgm:alg type="hierChild">
                            <dgm:param type="chAlign" val="r"/>
                            <dgm:param type="linDir" val="fromT"/>
                            <dgm:param type="secChAlign" val="t"/>
                            <dgm:param type="secLinDir" val="fromR"/>
                          </dgm:alg>
                        </dgm:else>
                      </dgm:choose>
                    </dgm:if>
                    <dgm:else name="Name102">
                      <dgm:choose name="Name103">
                        <dgm:if name="Name104" func="var" arg="dir" op="equ" val="norm">
                          <dgm:alg type="hierChild">
                            <dgm:param type="linDir" val="fromT"/>
                            <dgm:param type="chAlign" val="l"/>
                          </dgm:alg>
                        </dgm:if>
                        <dgm:else name="Name105">
                          <dgm:alg type="hierChild">
                            <dgm:param type="linDir" val="fromT"/>
                            <dgm:param type="chAlign" val="r"/>
                          </dgm:alg>
                        </dgm:else>
                      </dgm:choose>
                    </dgm:else>
                  </dgm:choose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  <dgm:forEach name="Name106" ref="rep2a"/>
                </dgm:layoutNode>
                <dgm:layoutNode name="hierChild5">
                  <dgm:choose name="Name107">
                    <dgm:if name="Name108" func="var" arg="dir" op="equ" val="norm">
                      <dgm:alg type="hierChild">
                        <dgm:param type="chAlign" val="l"/>
                        <dgm:param type="linDir" val="fromT"/>
                        <dgm:param type="secChAlign" val="t"/>
                        <dgm:param type="secLinDir" val="fromL"/>
                      </dgm:alg>
                    </dgm:if>
                    <dgm:else name="Name109">
                      <dgm:alg type="hierChild">
                        <dgm:param type="chAlign" val="r"/>
                        <dgm:param type="linDir" val="fromT"/>
                        <dgm:param type="secChAlign" val="t"/>
                        <dgm:param type="secLinDir" val="fromR"/>
                      </dgm:alg>
                    </dgm:else>
                  </dgm:choose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  <dgm:forEach name="Name110" ref="rep2b"/>
                </dgm:layoutNode>
              </dgm:layoutNode>
            </dgm:forEach>
          </dgm:layoutNode>
          <dgm:layoutNode name="hierChild3">
            <dgm:choose name="Name111">
              <dgm:if name="Name112" func="var" arg="dir" op="equ" val="norm">
                <dgm:alg type="hierChild">
                  <dgm:param type="chAlign" val="l"/>
                  <dgm:param type="linDir" val="fromT"/>
                  <dgm:param type="secChAlign" val="t"/>
                  <dgm:param type="secLinDir" val="fromL"/>
                </dgm:alg>
              </dgm:if>
              <dgm:else name="Name113">
                <dgm:alg type="hierChild">
                  <dgm:param type="chAlign" val="r"/>
                  <dgm:param type="linDir" val="fromT"/>
                  <dgm:param type="secChAlign" val="t"/>
                  <dgm:param type="secLinDir" val="fromR"/>
                </dgm:alg>
              </dgm:else>
            </dgm:choose>
            <dgm:shape xmlns:r="http://schemas.openxmlformats.org/officeDocument/2006/relationships" r:blip="">
              <dgm:adjLst/>
            </dgm:shape>
            <dgm:presOf/>
            <dgm:constrLst/>
            <dgm:ruleLst/>
            <dgm:forEach name="rep2b" axis="ch" ptType="asst">
              <dgm:forEach name="Name114" axis="precedSib" ptType="parTrans" st="-1" cnt="1">
                <dgm:layoutNode name="Name115">
                  <dgm:choose name="Name116">
                    <dgm:if name="Name117" func="var" arg="dir" op="equ" val="norm">
                      <dgm:alg type="conn">
                        <dgm:param type="connRout" val="bend"/>
                        <dgm:param type="dim" val="1D"/>
                        <dgm:param type="endSty" val="noArr"/>
                        <dgm:param type="begPts" val="midR"/>
                        <dgm:param type="endPts" val="bCtr tCtr"/>
                      </dgm:alg>
                    </dgm:if>
                    <dgm:else name="Name118">
                      <dgm:alg type="conn">
                        <dgm:param type="connRout" val="bend"/>
                        <dgm:param type="dim" val="1D"/>
                        <dgm:param type="endSty" val="noArr"/>
                        <dgm:param type="begPts" val="midL"/>
                        <dgm:param type="endPts" val="bCtr tCtr"/>
                      </dgm:alg>
                    </dgm:else>
                  </dgm:choose>
                  <dgm:shape xmlns:r="http://schemas.openxmlformats.org/officeDocument/2006/relationships" type="conn" r:blip="" zOrderOff="-99999">
                    <dgm:adjLst/>
                  </dgm:shape>
                  <dgm:presOf axis="self"/>
                  <dgm:constrLst>
                    <dgm:constr type="begPad"/>
                    <dgm:constr type="endPad"/>
                  </dgm:constrLst>
                  <dgm:ruleLst/>
                </dgm:layoutNode>
              </dgm:forEach>
              <dgm:layoutNode name="hierRoot3">
                <dgm:varLst>
                  <dgm:hierBranch val="init"/>
                </dgm:varLst>
                <dgm:choose name="Name119">
                  <dgm:if name="Name120" func="var" arg="hierBranch" op="equ" val="l">
                    <dgm:choose name="Name121">
                      <dgm:if name="Name122" func="var" arg="dir" op="equ" val="norm">
                        <dgm:alg type="hierRoot">
                          <dgm:param type="hierAlign" val="lT"/>
                        </dgm:alg>
                        <dgm:constrLst>
                          <dgm:constr type="alignOff" val="0.75"/>
                        </dgm:constrLst>
                      </dgm:if>
                      <dgm:else name="Name123">
                        <dgm:alg type="hierRoot">
                          <dgm:param type="hierAlign" val="rT"/>
                        </dgm:alg>
                        <dgm:constrLst>
                          <dgm:constr type="alignOff" val="0.75"/>
                        </dgm:constrLst>
                      </dgm:else>
                    </dgm:choose>
                  </dgm:if>
                  <dgm:if name="Name124" func="var" arg="hierBranch" op="equ" val="r">
                    <dgm:choose name="Name125">
                      <dgm:if name="Name126" func="var" arg="dir" op="equ" val="norm">
                        <dgm:alg type="hierRoot">
                          <dgm:param type="hierAlign" val="lB"/>
                        </dgm:alg>
                        <dgm:constrLst>
                          <dgm:constr type="alignOff" val="0.75"/>
                        </dgm:constrLst>
                      </dgm:if>
                      <dgm:else name="Name127">
                        <dgm:alg type="hierRoot">
                          <dgm:param type="hierAlign" val="rB"/>
                        </dgm:alg>
                        <dgm:constrLst>
                          <dgm:constr type="alignOff" val="0.75"/>
                        </dgm:constrLst>
                      </dgm:else>
                    </dgm:choose>
                  </dgm:if>
                  <dgm:if name="Name128" func="var" arg="hierBranch" op="equ" val="hang">
                    <dgm:choose name="Name129">
                      <dgm:if name="Name130" func="var" arg="dir" op="equ" val="norm">
                        <dgm:alg type="hierRoot">
                          <dgm:param type="hierAlign" val="lCtrCh"/>
                        </dgm:alg>
                        <dgm:constrLst>
                          <dgm:constr type="alignOff" val="0.65"/>
                        </dgm:constrLst>
                      </dgm:if>
                      <dgm:else name="Name131">
                        <dgm:alg type="hierRoot">
                          <dgm:param type="hierAlign" val="rCtrCh"/>
                        </dgm:alg>
                        <dgm:constrLst>
                          <dgm:constr type="alignOff" val="0.65"/>
                        </dgm:constrLst>
                      </dgm:else>
                    </dgm:choose>
                  </dgm:if>
                  <dgm:else name="Name132">
                    <dgm:choose name="Name133">
                      <dgm:if name="Name134" func="var" arg="dir" op="equ" val="norm">
                        <dgm:alg type="hierRoot">
                          <dgm:param type="hierAlign" val="lCtrCh"/>
                        </dgm:alg>
                        <dgm:constrLst>
                          <dgm:constr type="alignOff"/>
                          <dgm:constr type="bendDist" for="des" ptType="parTrans" refType="sp" fact="0.5"/>
                        </dgm:constrLst>
                      </dgm:if>
                      <dgm:else name="Name135">
                        <dgm:alg type="hierRoot">
                          <dgm:param type="hierAlign" val="rCtrCh"/>
                        </dgm:alg>
                        <dgm:constrLst>
                          <dgm:constr type="alignOff"/>
                          <dgm:constr type="bendDist" for="des" ptType="parTrans" refType="sp" fact="0.5"/>
                        </dgm:constrLst>
                      </dgm:else>
                    </dgm:choose>
                  </dgm:else>
                </dgm:choose>
                <dgm:shape xmlns:r="http://schemas.openxmlformats.org/officeDocument/2006/relationships" r:blip="">
                  <dgm:adjLst/>
                </dgm:shape>
                <dgm:presOf/>
                <dgm:ruleLst/>
                <dgm:layoutNode name="rootComposite3">
                  <dgm:alg type="composite"/>
                  <dgm:shape xmlns:r="http://schemas.openxmlformats.org/officeDocument/2006/relationships" r:blip="">
                    <dgm:adjLst/>
                  </dgm:shape>
                  <dgm:presOf axis="self" ptType="node" cnt="1"/>
                  <dgm:choose name="Name136">
                    <dgm:if name="Name137" func="var" arg="hierBranch" op="equ" val="init">
                      <dgm:constrLst>
                        <dgm:constr type="l" for="ch" forName="rootText3"/>
                        <dgm:constr type="t" for="ch" forName="rootText3"/>
                        <dgm:constr type="w" for="ch" forName="rootText3" refType="w"/>
                        <dgm:constr type="h" for="ch" forName="rootText3" refType="h"/>
                        <dgm:constr type="l" for="ch" forName="rootConnector3"/>
                        <dgm:constr type="t" for="ch" forName="rootConnector3"/>
                        <dgm:constr type="w" for="ch" forName="rootConnector3" refType="w" refFor="ch" refForName="rootText3" fact="0.2"/>
                        <dgm:constr type="h" for="ch" forName="rootConnector3" refType="h" refFor="ch" refForName="rootText3"/>
                      </dgm:constrLst>
                    </dgm:if>
                    <dgm:if name="Name138" func="var" arg="hierBranch" op="equ" val="l">
                      <dgm:constrLst>
                        <dgm:constr type="l" for="ch" forName="rootText3"/>
                        <dgm:constr type="t" for="ch" forName="rootText3"/>
                        <dgm:constr type="w" for="ch" forName="rootText3" refType="w"/>
                        <dgm:constr type="h" for="ch" forName="rootText3" refType="h"/>
                        <dgm:constr type="r" for="ch" forName="rootConnector3" refType="w"/>
                        <dgm:constr type="t" for="ch" forName="rootConnector3"/>
                        <dgm:constr type="w" for="ch" forName="rootConnector3" refType="w" refFor="ch" refForName="rootText3" fact="0.2"/>
                        <dgm:constr type="h" for="ch" forName="rootConnector3" refType="h" refFor="ch" refForName="rootText3"/>
                      </dgm:constrLst>
                    </dgm:if>
                    <dgm:if name="Name139" func="var" arg="hierBranch" op="equ" val="r">
                      <dgm:constrLst>
                        <dgm:constr type="l" for="ch" forName="rootText3"/>
                        <dgm:constr type="t" for="ch" forName="rootText3"/>
                        <dgm:constr type="w" for="ch" forName="rootText3" refType="w"/>
                        <dgm:constr type="h" for="ch" forName="rootText3" refType="h"/>
                        <dgm:constr type="l" for="ch" forName="rootConnector3"/>
                        <dgm:constr type="t" for="ch" forName="rootConnector3"/>
                        <dgm:constr type="w" for="ch" forName="rootConnector3" refType="w" refFor="ch" refForName="rootText3" fact="0.2"/>
                        <dgm:constr type="h" for="ch" forName="rootConnector3" refType="h" refFor="ch" refForName="rootText3"/>
                      </dgm:constrLst>
                    </dgm:if>
                    <dgm:else name="Name140">
                      <dgm:constrLst>
                        <dgm:constr type="l" for="ch" forName="rootText3"/>
                        <dgm:constr type="t" for="ch" forName="rootText3"/>
                        <dgm:constr type="w" for="ch" forName="rootText3" refType="w"/>
                        <dgm:constr type="h" for="ch" forName="rootText3" refType="h"/>
                        <dgm:constr type="r" for="ch" forName="rootConnector3" refType="w"/>
                        <dgm:constr type="t" for="ch" forName="rootConnector3"/>
                        <dgm:constr type="w" for="ch" forName="rootConnector3" refType="w" refFor="ch" refForName="rootText3" fact="0.2"/>
                        <dgm:constr type="h" for="ch" forName="rootConnector3" refType="h" refFor="ch" refForName="rootText3"/>
                      </dgm:constrLst>
                    </dgm:else>
                  </dgm:choose>
                  <dgm:ruleLst/>
                  <dgm:layoutNode name="rootText3">
                    <dgm:varLst>
                      <dgm:chPref val="3"/>
                    </dgm:varLst>
                    <dgm:alg type="tx"/>
                    <dgm:shape xmlns:r="http://schemas.openxmlformats.org/officeDocument/2006/relationships" type="rect" r:blip="">
                      <dgm:adjLst/>
                    </dgm:shape>
                    <dgm:presOf axis="self" ptType="node" cnt="1"/>
                    <dgm:constrLst>
                      <dgm:constr type="primFontSz" val="65"/>
                      <dgm:constr type="lMarg" refType="primFontSz" fact="0.05"/>
                      <dgm:constr type="rMarg" refType="primFontSz" fact="0.05"/>
                      <dgm:constr type="tMarg" refType="primFontSz" fact="0.05"/>
                      <dgm:constr type="bMarg" refType="primFontSz" fact="0.05"/>
                    </dgm:constrLst>
                    <dgm:ruleLst>
                      <dgm:rule type="primFontSz" val="5" fact="NaN" max="NaN"/>
                    </dgm:ruleLst>
                  </dgm:layoutNode>
                  <dgm:layoutNode name="rootConnector3" moveWith="rootText1">
                    <dgm:alg type="sp"/>
                    <dgm:shape xmlns:r="http://schemas.openxmlformats.org/officeDocument/2006/relationships" type="rect" r:blip="" hideGeom="1">
                      <dgm:adjLst/>
                    </dgm:shape>
                    <dgm:presOf axis="self" ptType="node" cnt="1"/>
                    <dgm:constrLst/>
                    <dgm:ruleLst/>
                  </dgm:layoutNode>
                </dgm:layoutNode>
                <dgm:layoutNode name="hierChild6">
                  <dgm:choose name="Name141">
                    <dgm:if name="Name142" func="var" arg="hierBranch" op="equ" val="l">
                      <dgm:choose name="Name143">
                        <dgm:if name="Name144" func="var" arg="dir" op="equ" val="norm">
                          <dgm:alg type="hierChild">
                            <dgm:param type="chAlign" val="t"/>
                            <dgm:param type="linDir" val="fromL"/>
                          </dgm:alg>
                        </dgm:if>
                        <dgm:else name="Name145">
                          <dgm:alg type="hierChild">
                            <dgm:param type="chAlign" val="t"/>
                            <dgm:param type="linDir" val="fromR"/>
                          </dgm:alg>
                        </dgm:else>
                      </dgm:choose>
                    </dgm:if>
                    <dgm:if name="Name146" func="var" arg="hierBranch" op="equ" val="r">
                      <dgm:choose name="Name147">
                        <dgm:if name="Name148" func="var" arg="dir" op="equ" val="norm">
                          <dgm:alg type="hierChild">
                            <dgm:param type="chAlign" val="b"/>
                            <dgm:param type="linDir" val="fromL"/>
                          </dgm:alg>
                        </dgm:if>
                        <dgm:else name="Name149">
                          <dgm:alg type="hierChild">
                            <dgm:param type="chAlign" val="b"/>
                            <dgm:param type="linDir" val="fromR"/>
                          </dgm:alg>
                        </dgm:else>
                      </dgm:choose>
                    </dgm:if>
                    <dgm:if name="Name150" func="var" arg="hierBranch" op="equ" val="hang">
                      <dgm:choose name="Name151">
                        <dgm:if name="Name152" func="var" arg="dir" op="equ" val="norm">
                          <dgm:alg type="hierChild">
                            <dgm:param type="chAlign" val="l"/>
                            <dgm:param type="linDir" val="fromT"/>
                            <dgm:param type="secChAlign" val="t"/>
                            <dgm:param type="secLinDir" val="fromL"/>
                          </dgm:alg>
                        </dgm:if>
                        <dgm:else name="Name153">
                          <dgm:alg type="hierChild">
                            <dgm:param type="chAlign" val="r"/>
                            <dgm:param type="linDir" val="fromT"/>
                            <dgm:param type="secChAlign" val="t"/>
                            <dgm:param type="secLinDir" val="fromR"/>
                          </dgm:alg>
                        </dgm:else>
                      </dgm:choose>
                    </dgm:if>
                    <dgm:else name="Name154">
                      <dgm:choose name="Name155">
                        <dgm:if name="Name156" func="var" arg="dir" op="equ" val="norm">
                          <dgm:alg type="hierChild">
                            <dgm:param type="linDir" val="fromT"/>
                            <dgm:param type="chAlign" val="l"/>
                          </dgm:alg>
                        </dgm:if>
                        <dgm:else name="Name157">
                          <dgm:alg type="hierChild">
                            <dgm:param type="linDir" val="fromT"/>
                            <dgm:param type="chAlign" val="r"/>
                          </dgm:alg>
                        </dgm:else>
                      </dgm:choose>
                    </dgm:else>
                  </dgm:choose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  <dgm:forEach name="Name158" ref="rep2a"/>
                </dgm:layoutNode>
                <dgm:layoutNode name="hierChild7">
                  <dgm:choose name="Name159">
                    <dgm:if name="Name160" func="var" arg="dir" op="equ" val="norm">
                      <dgm:alg type="hierChild">
                        <dgm:param type="chAlign" val="l"/>
                        <dgm:param type="linDir" val="fromT"/>
                        <dgm:param type="secChAlign" val="t"/>
                        <dgm:param type="secLinDir" val="fromL"/>
                      </dgm:alg>
                    </dgm:if>
                    <dgm:else name="Name161">
                      <dgm:alg type="hierChild">
                        <dgm:param type="chAlign" val="r"/>
                        <dgm:param type="linDir" val="fromT"/>
                        <dgm:param type="secChAlign" val="t"/>
                        <dgm:param type="secLinDir" val="fromR"/>
                      </dgm:alg>
                    </dgm:else>
                  </dgm:choose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  <dgm:forEach name="Name162" ref="rep2b"/>
                </dgm:layoutNode>
              </dgm:layoutNode>
            </dgm:forEach>
          </dgm:layoutNode>
        </dgm:layoutNode>
      </dgm:forEach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143000" y="841772"/>
            <a:ext cx="6858000" cy="1790700"/>
          </a:xfrm>
        </p:spPr>
        <p:txBody>
          <a:bodyPr anchor="b"/>
          <a:lstStyle>
            <a:lvl1pPr algn="ctr">
              <a:defRPr sz="4500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43000" y="2701528"/>
            <a:ext cx="6858000" cy="1241822"/>
          </a:xfrm>
        </p:spPr>
        <p:txBody>
          <a:bodyPr/>
          <a:lstStyle>
            <a:lvl1pPr marL="0" indent="0" algn="ctr">
              <a:buNone/>
              <a:defRPr sz="1800"/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r>
              <a:rPr lang="zh-CN" altLang="en-US"/>
              <a:t>单击此处编辑母版副标题样式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FE6B40D-3057-4507-AD63-BB30305B9CCA}" type="datetimeFigureOut">
              <a:rPr lang="zh-CN" altLang="en-US" smtClean="0"/>
              <a:t>2018/10/6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9768F8-A1CD-4E9B-A375-442480C2CC3E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58136168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FE6B40D-3057-4507-AD63-BB30305B9CCA}" type="datetimeFigureOut">
              <a:rPr lang="zh-CN" altLang="en-US" smtClean="0"/>
              <a:t>2018/10/6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9768F8-A1CD-4E9B-A375-442480C2CC3E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26427108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3888" y="1282304"/>
            <a:ext cx="7886700" cy="2139553"/>
          </a:xfrm>
        </p:spPr>
        <p:txBody>
          <a:bodyPr anchor="b"/>
          <a:lstStyle>
            <a:lvl1pPr>
              <a:defRPr sz="4500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3888" y="3442098"/>
            <a:ext cx="7886700" cy="1125140"/>
          </a:xfrm>
        </p:spPr>
        <p:txBody>
          <a:bodyPr/>
          <a:lstStyle>
            <a:lvl1pPr marL="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1pPr>
            <a:lvl2pPr marL="34290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编辑母版文本样式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FE6B40D-3057-4507-AD63-BB30305B9CCA}" type="datetimeFigureOut">
              <a:rPr lang="zh-CN" altLang="en-US" smtClean="0"/>
              <a:t>2018/10/6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9768F8-A1CD-4E9B-A375-442480C2CC3E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95139561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28650" y="1369219"/>
            <a:ext cx="3886200" cy="3263504"/>
          </a:xfrm>
        </p:spPr>
        <p:txBody>
          <a:bodyPr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29150" y="1369219"/>
            <a:ext cx="3886200" cy="3263504"/>
          </a:xfrm>
        </p:spPr>
        <p:txBody>
          <a:bodyPr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FE6B40D-3057-4507-AD63-BB30305B9CCA}" type="datetimeFigureOut">
              <a:rPr lang="zh-CN" altLang="en-US" smtClean="0"/>
              <a:t>2018/10/6</a:t>
            </a:fld>
            <a:endParaRPr lang="zh-CN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9768F8-A1CD-4E9B-A375-442480C2CC3E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71857417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273844"/>
            <a:ext cx="7886700" cy="994172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9842" y="1260872"/>
            <a:ext cx="3868340" cy="617934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zh-CN" altLang="en-US"/>
              <a:t>编辑母版文本样式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9842" y="1878806"/>
            <a:ext cx="3868340" cy="2763441"/>
          </a:xfrm>
        </p:spPr>
        <p:txBody>
          <a:bodyPr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29150" y="1260872"/>
            <a:ext cx="3887391" cy="617934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zh-CN" altLang="en-US"/>
              <a:t>编辑母版文本样式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29150" y="1878806"/>
            <a:ext cx="3887391" cy="2763441"/>
          </a:xfrm>
        </p:spPr>
        <p:txBody>
          <a:bodyPr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FE6B40D-3057-4507-AD63-BB30305B9CCA}" type="datetimeFigureOut">
              <a:rPr lang="zh-CN" altLang="en-US" smtClean="0"/>
              <a:t>2018/10/6</a:t>
            </a:fld>
            <a:endParaRPr lang="zh-CN" alt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9768F8-A1CD-4E9B-A375-442480C2CC3E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63439886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FE6B40D-3057-4507-AD63-BB30305B9CCA}" type="datetimeFigureOut">
              <a:rPr lang="zh-CN" altLang="en-US" smtClean="0"/>
              <a:t>2018/10/6</a:t>
            </a:fld>
            <a:endParaRPr lang="zh-CN" alt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9768F8-A1CD-4E9B-A375-442480C2CC3E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93882739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FE6B40D-3057-4507-AD63-BB30305B9CCA}" type="datetimeFigureOut">
              <a:rPr lang="zh-CN" altLang="en-US" smtClean="0"/>
              <a:t>2018/10/6</a:t>
            </a:fld>
            <a:endParaRPr lang="zh-CN" alt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9768F8-A1CD-4E9B-A375-442480C2CC3E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93289153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342900"/>
            <a:ext cx="2949178" cy="120015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887391" y="740569"/>
            <a:ext cx="4629150" cy="3655219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1543050"/>
            <a:ext cx="2949178" cy="2858691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zh-CN" altLang="en-US"/>
              <a:t>编辑母版文本样式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FE6B40D-3057-4507-AD63-BB30305B9CCA}" type="datetimeFigureOut">
              <a:rPr lang="zh-CN" altLang="en-US" smtClean="0"/>
              <a:t>2018/10/6</a:t>
            </a:fld>
            <a:endParaRPr lang="zh-CN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9768F8-A1CD-4E9B-A375-442480C2CC3E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06407908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342900"/>
            <a:ext cx="2949178" cy="120015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3887391" y="740569"/>
            <a:ext cx="4629150" cy="3655219"/>
          </a:xfrm>
        </p:spPr>
        <p:txBody>
          <a:bodyPr anchor="t"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r>
              <a:rPr lang="zh-CN" altLang="en-US"/>
              <a:t>单击图标添加图片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1543050"/>
            <a:ext cx="2949178" cy="2858691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zh-CN" altLang="en-US"/>
              <a:t>编辑母版文本样式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FE6B40D-3057-4507-AD63-BB30305B9CCA}" type="datetimeFigureOut">
              <a:rPr lang="zh-CN" altLang="en-US" smtClean="0"/>
              <a:t>2018/10/6</a:t>
            </a:fld>
            <a:endParaRPr lang="zh-CN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9768F8-A1CD-4E9B-A375-442480C2CC3E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56875791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FE6B40D-3057-4507-AD63-BB30305B9CCA}" type="datetimeFigureOut">
              <a:rPr lang="zh-CN" altLang="en-US" smtClean="0"/>
              <a:t>2018/10/6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9768F8-A1CD-4E9B-A375-442480C2CC3E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27768117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543675" y="273844"/>
            <a:ext cx="1971675" cy="4358879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28650" y="273844"/>
            <a:ext cx="5800725" cy="4358879"/>
          </a:xfrm>
        </p:spPr>
        <p:txBody>
          <a:bodyPr vert="eaVert"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FE6B40D-3057-4507-AD63-BB30305B9CCA}" type="datetimeFigureOut">
              <a:rPr lang="zh-CN" altLang="en-US" smtClean="0"/>
              <a:t>2018/10/6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9768F8-A1CD-4E9B-A375-442480C2CC3E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65844041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8650" y="1369219"/>
            <a:ext cx="7886700" cy="326350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FE6B40D-3057-4507-AD63-BB30305B9CCA}" type="datetimeFigureOut">
              <a:rPr lang="zh-CN" altLang="en-US" smtClean="0"/>
              <a:t>2018/10/6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E9768F8-A1CD-4E9B-A375-442480C2CC3E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39191390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685800" rtl="0" eaLnBrk="1" latinLnBrk="0" hangingPunct="1">
        <a:lnSpc>
          <a:spcPct val="90000"/>
        </a:lnSpc>
        <a:spcBef>
          <a:spcPct val="0"/>
        </a:spcBef>
        <a:buNone/>
        <a:defRPr sz="33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71450" indent="-171450" algn="l" defTabSz="685800" rtl="0" eaLnBrk="1" latinLnBrk="0" hangingPunct="1">
        <a:lnSpc>
          <a:spcPct val="90000"/>
        </a:lnSpc>
        <a:spcBef>
          <a:spcPts val="750"/>
        </a:spcBef>
        <a:buFont typeface="Arial" panose="020B0604020202020204" pitchFamily="34" charset="0"/>
        <a:buChar char="•"/>
        <a:defRPr sz="2100" kern="1200">
          <a:solidFill>
            <a:schemeClr val="tx1"/>
          </a:solidFill>
          <a:latin typeface="+mn-lt"/>
          <a:ea typeface="+mn-ea"/>
          <a:cs typeface="+mn-cs"/>
        </a:defRPr>
      </a:lvl1pPr>
      <a:lvl2pPr marL="5143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8572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3pPr>
      <a:lvl4pPr marL="12001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5430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8859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2288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5717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9146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8" Type="http://schemas.microsoft.com/office/2007/relationships/diagramDrawing" Target="../diagrams/drawing1.xml"/><Relationship Id="rId13" Type="http://schemas.microsoft.com/office/2007/relationships/diagramDrawing" Target="../diagrams/drawing2.xml"/><Relationship Id="rId3" Type="http://schemas.openxmlformats.org/officeDocument/2006/relationships/image" Target="../media/image2.jpg"/><Relationship Id="rId7" Type="http://schemas.openxmlformats.org/officeDocument/2006/relationships/diagramColors" Target="../diagrams/colors1.xml"/><Relationship Id="rId12" Type="http://schemas.openxmlformats.org/officeDocument/2006/relationships/diagramColors" Target="../diagrams/colors2.xml"/><Relationship Id="rId2" Type="http://schemas.openxmlformats.org/officeDocument/2006/relationships/audio" Target="../media/audio1.wav"/><Relationship Id="rId1" Type="http://schemas.openxmlformats.org/officeDocument/2006/relationships/slideLayout" Target="../slideLayouts/slideLayout7.xml"/><Relationship Id="rId6" Type="http://schemas.openxmlformats.org/officeDocument/2006/relationships/diagramQuickStyle" Target="../diagrams/quickStyle1.xml"/><Relationship Id="rId11" Type="http://schemas.openxmlformats.org/officeDocument/2006/relationships/diagramQuickStyle" Target="../diagrams/quickStyle2.xml"/><Relationship Id="rId5" Type="http://schemas.openxmlformats.org/officeDocument/2006/relationships/diagramLayout" Target="../diagrams/layout1.xml"/><Relationship Id="rId10" Type="http://schemas.openxmlformats.org/officeDocument/2006/relationships/diagramLayout" Target="../diagrams/layout2.xml"/><Relationship Id="rId4" Type="http://schemas.openxmlformats.org/officeDocument/2006/relationships/diagramData" Target="../diagrams/data1.xml"/><Relationship Id="rId9" Type="http://schemas.openxmlformats.org/officeDocument/2006/relationships/diagramData" Target="../diagrams/data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g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>
            <a:lumMod val="85000"/>
            <a:lumOff val="1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框 3">
            <a:extLst>
              <a:ext uri="{FF2B5EF4-FFF2-40B4-BE49-F238E27FC236}">
                <a16:creationId xmlns:a16="http://schemas.microsoft.com/office/drawing/2014/main" id="{28161197-9B52-4B0E-8E2B-4823E62EE112}"/>
              </a:ext>
            </a:extLst>
          </p:cNvPr>
          <p:cNvSpPr txBox="1"/>
          <p:nvPr/>
        </p:nvSpPr>
        <p:spPr>
          <a:xfrm>
            <a:off x="0" y="2110085"/>
            <a:ext cx="9144000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sz="54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这是一份有关心理的</a:t>
            </a:r>
            <a:r>
              <a:rPr lang="en-US" altLang="zh-CN" sz="54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PPT</a:t>
            </a:r>
            <a:endParaRPr lang="zh-CN" altLang="en-US" sz="5400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150602028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矩形 7">
            <a:extLst>
              <a:ext uri="{FF2B5EF4-FFF2-40B4-BE49-F238E27FC236}">
                <a16:creationId xmlns:a16="http://schemas.microsoft.com/office/drawing/2014/main" id="{55B0230F-5FDC-4E01-BA42-495F65C063C4}"/>
              </a:ext>
            </a:extLst>
          </p:cNvPr>
          <p:cNvSpPr/>
          <p:nvPr/>
        </p:nvSpPr>
        <p:spPr>
          <a:xfrm>
            <a:off x="4572000" y="-900"/>
            <a:ext cx="4572000" cy="51444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88176A5C-276C-4124-A0C3-33D07E19C3DF}"/>
              </a:ext>
            </a:extLst>
          </p:cNvPr>
          <p:cNvSpPr/>
          <p:nvPr/>
        </p:nvSpPr>
        <p:spPr>
          <a:xfrm>
            <a:off x="0" y="4083"/>
            <a:ext cx="4572000" cy="5144400"/>
          </a:xfrm>
          <a:prstGeom prst="rect">
            <a:avLst/>
          </a:prstGeom>
          <a:solidFill>
            <a:schemeClr val="tx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E6FFB58A-86AF-4464-8718-BE088E23D39E}"/>
              </a:ext>
            </a:extLst>
          </p:cNvPr>
          <p:cNvSpPr txBox="1"/>
          <p:nvPr/>
        </p:nvSpPr>
        <p:spPr>
          <a:xfrm>
            <a:off x="1714500" y="1851670"/>
            <a:ext cx="2891326" cy="144655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zh-CN" altLang="en-US" sz="88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自我</a:t>
            </a: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05B74985-79F7-4B76-AE77-D288202840CD}"/>
              </a:ext>
            </a:extLst>
          </p:cNvPr>
          <p:cNvSpPr txBox="1"/>
          <p:nvPr/>
        </p:nvSpPr>
        <p:spPr>
          <a:xfrm>
            <a:off x="4605826" y="1851670"/>
            <a:ext cx="2880320" cy="144655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88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认知</a:t>
            </a:r>
          </a:p>
        </p:txBody>
      </p:sp>
    </p:spTree>
    <p:extLst>
      <p:ext uri="{BB962C8B-B14F-4D97-AF65-F5344CB8AC3E}">
        <p14:creationId xmlns:p14="http://schemas.microsoft.com/office/powerpoint/2010/main" val="56038065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" fill="hold">
                            <p:stCondLst>
                              <p:cond delay="500"/>
                            </p:stCondLst>
                            <p:childTnLst>
                              <p:par>
                                <p:cTn id="12" presetID="4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7" fill="hold">
                            <p:stCondLst>
                              <p:cond delay="1500"/>
                            </p:stCondLst>
                            <p:childTnLst>
                              <p:par>
                                <p:cTn id="18" presetID="4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1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1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 animBg="1"/>
      <p:bldP spid="4" grpId="0" animBg="1"/>
      <p:bldP spid="6" grpId="0"/>
      <p:bldP spid="7" grpId="0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任意多边形: 形状 5">
            <a:extLst>
              <a:ext uri="{FF2B5EF4-FFF2-40B4-BE49-F238E27FC236}">
                <a16:creationId xmlns:a16="http://schemas.microsoft.com/office/drawing/2014/main" id="{10A9DFE0-5284-474B-9248-9F6075C9EC54}"/>
              </a:ext>
            </a:extLst>
          </p:cNvPr>
          <p:cNvSpPr/>
          <p:nvPr/>
        </p:nvSpPr>
        <p:spPr>
          <a:xfrm>
            <a:off x="971600" y="1851670"/>
            <a:ext cx="7200800" cy="1440160"/>
          </a:xfrm>
          <a:custGeom>
            <a:avLst/>
            <a:gdLst/>
            <a:ahLst/>
            <a:cxnLst/>
            <a:rect l="l" t="t" r="r" b="b"/>
            <a:pathLst>
              <a:path w="7200800" h="1440160">
                <a:moveTo>
                  <a:pt x="6394004" y="850661"/>
                </a:moveTo>
                <a:lnTo>
                  <a:pt x="6522591" y="850661"/>
                </a:lnTo>
                <a:lnTo>
                  <a:pt x="6522591" y="916146"/>
                </a:lnTo>
                <a:lnTo>
                  <a:pt x="6394004" y="916146"/>
                </a:lnTo>
                <a:close/>
                <a:moveTo>
                  <a:pt x="2811413" y="831611"/>
                </a:moveTo>
                <a:lnTo>
                  <a:pt x="2762002" y="885189"/>
                </a:lnTo>
                <a:lnTo>
                  <a:pt x="2923332" y="998894"/>
                </a:lnTo>
                <a:lnTo>
                  <a:pt x="2974528" y="936386"/>
                </a:lnTo>
                <a:cubicBezTo>
                  <a:pt x="2920156" y="898286"/>
                  <a:pt x="2865785" y="863361"/>
                  <a:pt x="2811413" y="831611"/>
                </a:cubicBezTo>
                <a:close/>
                <a:moveTo>
                  <a:pt x="1272530" y="797678"/>
                </a:moveTo>
                <a:lnTo>
                  <a:pt x="1429692" y="797678"/>
                </a:lnTo>
                <a:lnTo>
                  <a:pt x="1429692" y="930136"/>
                </a:lnTo>
                <a:cubicBezTo>
                  <a:pt x="1388417" y="921206"/>
                  <a:pt x="1354882" y="903148"/>
                  <a:pt x="1329085" y="875962"/>
                </a:cubicBezTo>
                <a:cubicBezTo>
                  <a:pt x="1335633" y="860087"/>
                  <a:pt x="1341785" y="843319"/>
                  <a:pt x="1347539" y="825658"/>
                </a:cubicBezTo>
                <a:close/>
                <a:moveTo>
                  <a:pt x="3796655" y="790535"/>
                </a:moveTo>
                <a:lnTo>
                  <a:pt x="4050853" y="790535"/>
                </a:lnTo>
                <a:lnTo>
                  <a:pt x="4050853" y="833993"/>
                </a:lnTo>
                <a:lnTo>
                  <a:pt x="3796655" y="833993"/>
                </a:lnTo>
                <a:close/>
                <a:moveTo>
                  <a:pt x="5540921" y="788153"/>
                </a:moveTo>
                <a:lnTo>
                  <a:pt x="5625455" y="788153"/>
                </a:lnTo>
                <a:lnTo>
                  <a:pt x="5625455" y="889952"/>
                </a:lnTo>
                <a:lnTo>
                  <a:pt x="5540921" y="889952"/>
                </a:lnTo>
                <a:close/>
                <a:moveTo>
                  <a:pt x="6318994" y="776843"/>
                </a:moveTo>
                <a:lnTo>
                  <a:pt x="6318994" y="1022111"/>
                </a:lnTo>
                <a:lnTo>
                  <a:pt x="6394004" y="1022111"/>
                </a:lnTo>
                <a:lnTo>
                  <a:pt x="6394004" y="989964"/>
                </a:lnTo>
                <a:lnTo>
                  <a:pt x="6522591" y="989964"/>
                </a:lnTo>
                <a:lnTo>
                  <a:pt x="6522591" y="1020921"/>
                </a:lnTo>
                <a:lnTo>
                  <a:pt x="6597600" y="1020921"/>
                </a:lnTo>
                <a:lnTo>
                  <a:pt x="6597600" y="776843"/>
                </a:lnTo>
                <a:close/>
                <a:moveTo>
                  <a:pt x="5089079" y="741124"/>
                </a:moveTo>
                <a:lnTo>
                  <a:pt x="5089079" y="925075"/>
                </a:lnTo>
                <a:cubicBezTo>
                  <a:pt x="5039469" y="913963"/>
                  <a:pt x="5003750" y="883403"/>
                  <a:pt x="4981922" y="833397"/>
                </a:cubicBezTo>
                <a:cubicBezTo>
                  <a:pt x="4989066" y="808394"/>
                  <a:pt x="4995217" y="781407"/>
                  <a:pt x="5000377" y="752435"/>
                </a:cubicBezTo>
                <a:lnTo>
                  <a:pt x="4920605" y="742910"/>
                </a:lnTo>
                <a:cubicBezTo>
                  <a:pt x="4906714" y="835382"/>
                  <a:pt x="4874964" y="907018"/>
                  <a:pt x="4825355" y="957818"/>
                </a:cubicBezTo>
                <a:cubicBezTo>
                  <a:pt x="4845992" y="984805"/>
                  <a:pt x="4862463" y="1008022"/>
                  <a:pt x="4874766" y="1027469"/>
                </a:cubicBezTo>
                <a:cubicBezTo>
                  <a:pt x="4904135" y="998894"/>
                  <a:pt x="4928940" y="963572"/>
                  <a:pt x="4949180" y="921504"/>
                </a:cubicBezTo>
                <a:cubicBezTo>
                  <a:pt x="4980930" y="977066"/>
                  <a:pt x="5038477" y="1004847"/>
                  <a:pt x="5121821" y="1004847"/>
                </a:cubicBezTo>
                <a:cubicBezTo>
                  <a:pt x="5217467" y="1007229"/>
                  <a:pt x="5307757" y="1008022"/>
                  <a:pt x="5392688" y="1007229"/>
                </a:cubicBezTo>
                <a:cubicBezTo>
                  <a:pt x="5398244" y="987385"/>
                  <a:pt x="5406578" y="961191"/>
                  <a:pt x="5417691" y="928647"/>
                </a:cubicBezTo>
                <a:cubicBezTo>
                  <a:pt x="5332760" y="931029"/>
                  <a:pt x="5251599" y="931624"/>
                  <a:pt x="5174208" y="930433"/>
                </a:cubicBezTo>
                <a:lnTo>
                  <a:pt x="5174208" y="862568"/>
                </a:lnTo>
                <a:lnTo>
                  <a:pt x="5367685" y="862568"/>
                </a:lnTo>
                <a:lnTo>
                  <a:pt x="5367685" y="789344"/>
                </a:lnTo>
                <a:lnTo>
                  <a:pt x="5174208" y="789344"/>
                </a:lnTo>
                <a:lnTo>
                  <a:pt x="5174208" y="741124"/>
                </a:lnTo>
                <a:close/>
                <a:moveTo>
                  <a:pt x="1170136" y="729218"/>
                </a:moveTo>
                <a:lnTo>
                  <a:pt x="1170136" y="797678"/>
                </a:lnTo>
                <a:lnTo>
                  <a:pt x="1271042" y="797678"/>
                </a:lnTo>
                <a:cubicBezTo>
                  <a:pt x="1247428" y="873085"/>
                  <a:pt x="1213396" y="932021"/>
                  <a:pt x="1168946" y="974486"/>
                </a:cubicBezTo>
                <a:cubicBezTo>
                  <a:pt x="1193552" y="991155"/>
                  <a:pt x="1216174" y="1007427"/>
                  <a:pt x="1236811" y="1023302"/>
                </a:cubicBezTo>
                <a:cubicBezTo>
                  <a:pt x="1259433" y="1000680"/>
                  <a:pt x="1279872" y="973097"/>
                  <a:pt x="1298128" y="940554"/>
                </a:cubicBezTo>
                <a:cubicBezTo>
                  <a:pt x="1339403" y="983416"/>
                  <a:pt x="1405682" y="1004847"/>
                  <a:pt x="1496963" y="1004847"/>
                </a:cubicBezTo>
                <a:lnTo>
                  <a:pt x="1583879" y="1006038"/>
                </a:lnTo>
                <a:cubicBezTo>
                  <a:pt x="1656506" y="1007030"/>
                  <a:pt x="1707306" y="1007229"/>
                  <a:pt x="1736279" y="1006633"/>
                </a:cubicBezTo>
                <a:cubicBezTo>
                  <a:pt x="1741835" y="985599"/>
                  <a:pt x="1749574" y="962183"/>
                  <a:pt x="1759496" y="936386"/>
                </a:cubicBezTo>
                <a:cubicBezTo>
                  <a:pt x="1700361" y="937180"/>
                  <a:pt x="1649164" y="937577"/>
                  <a:pt x="1605905" y="937577"/>
                </a:cubicBezTo>
                <a:cubicBezTo>
                  <a:pt x="1568003" y="937577"/>
                  <a:pt x="1536055" y="937279"/>
                  <a:pt x="1510060" y="936684"/>
                </a:cubicBezTo>
                <a:lnTo>
                  <a:pt x="1510060" y="898882"/>
                </a:lnTo>
                <a:lnTo>
                  <a:pt x="1712466" y="898882"/>
                </a:lnTo>
                <a:lnTo>
                  <a:pt x="1712466" y="833993"/>
                </a:lnTo>
                <a:lnTo>
                  <a:pt x="1510060" y="833993"/>
                </a:lnTo>
                <a:lnTo>
                  <a:pt x="1510060" y="797678"/>
                </a:lnTo>
                <a:lnTo>
                  <a:pt x="1758305" y="797678"/>
                </a:lnTo>
                <a:lnTo>
                  <a:pt x="1758305" y="729218"/>
                </a:lnTo>
                <a:close/>
                <a:moveTo>
                  <a:pt x="2642940" y="714335"/>
                </a:moveTo>
                <a:lnTo>
                  <a:pt x="2642940" y="760769"/>
                </a:lnTo>
                <a:lnTo>
                  <a:pt x="2418507" y="760769"/>
                </a:lnTo>
                <a:lnTo>
                  <a:pt x="2418507" y="829825"/>
                </a:lnTo>
                <a:lnTo>
                  <a:pt x="2543225" y="829825"/>
                </a:lnTo>
                <a:cubicBezTo>
                  <a:pt x="2496393" y="867529"/>
                  <a:pt x="2445296" y="901660"/>
                  <a:pt x="2389932" y="932219"/>
                </a:cubicBezTo>
                <a:cubicBezTo>
                  <a:pt x="2404616" y="952063"/>
                  <a:pt x="2419499" y="974288"/>
                  <a:pt x="2434580" y="998894"/>
                </a:cubicBezTo>
                <a:cubicBezTo>
                  <a:pt x="2490936" y="961985"/>
                  <a:pt x="2546300" y="924480"/>
                  <a:pt x="2600672" y="886380"/>
                </a:cubicBezTo>
                <a:lnTo>
                  <a:pt x="2545903" y="829825"/>
                </a:lnTo>
                <a:lnTo>
                  <a:pt x="2642940" y="829825"/>
                </a:lnTo>
                <a:lnTo>
                  <a:pt x="2642940" y="898882"/>
                </a:lnTo>
                <a:cubicBezTo>
                  <a:pt x="2642940" y="923488"/>
                  <a:pt x="2632224" y="935791"/>
                  <a:pt x="2610792" y="935791"/>
                </a:cubicBezTo>
                <a:cubicBezTo>
                  <a:pt x="2592933" y="935791"/>
                  <a:pt x="2571700" y="934799"/>
                  <a:pt x="2547094" y="932814"/>
                </a:cubicBezTo>
                <a:cubicBezTo>
                  <a:pt x="2554635" y="959802"/>
                  <a:pt x="2561183" y="987583"/>
                  <a:pt x="2566739" y="1016158"/>
                </a:cubicBezTo>
                <a:cubicBezTo>
                  <a:pt x="2620318" y="1015563"/>
                  <a:pt x="2655788" y="1013182"/>
                  <a:pt x="2673152" y="1009014"/>
                </a:cubicBezTo>
                <a:cubicBezTo>
                  <a:pt x="2690515" y="1004847"/>
                  <a:pt x="2704207" y="995521"/>
                  <a:pt x="2714228" y="981035"/>
                </a:cubicBezTo>
                <a:cubicBezTo>
                  <a:pt x="2724249" y="966549"/>
                  <a:pt x="2729260" y="947102"/>
                  <a:pt x="2729260" y="922694"/>
                </a:cubicBezTo>
                <a:lnTo>
                  <a:pt x="2729260" y="829825"/>
                </a:lnTo>
                <a:lnTo>
                  <a:pt x="2949525" y="829825"/>
                </a:lnTo>
                <a:lnTo>
                  <a:pt x="2949525" y="760769"/>
                </a:lnTo>
                <a:lnTo>
                  <a:pt x="2729260" y="760769"/>
                </a:lnTo>
                <a:lnTo>
                  <a:pt x="2729260" y="714335"/>
                </a:lnTo>
                <a:close/>
                <a:moveTo>
                  <a:pt x="5801668" y="683379"/>
                </a:moveTo>
                <a:lnTo>
                  <a:pt x="5732611" y="731003"/>
                </a:lnTo>
                <a:cubicBezTo>
                  <a:pt x="5759996" y="765928"/>
                  <a:pt x="5788769" y="808196"/>
                  <a:pt x="5818932" y="857805"/>
                </a:cubicBezTo>
                <a:lnTo>
                  <a:pt x="5893941" y="807799"/>
                </a:lnTo>
                <a:cubicBezTo>
                  <a:pt x="5861001" y="758983"/>
                  <a:pt x="5830243" y="717510"/>
                  <a:pt x="5801668" y="683379"/>
                </a:cubicBezTo>
                <a:close/>
                <a:moveTo>
                  <a:pt x="3796655" y="683379"/>
                </a:moveTo>
                <a:lnTo>
                  <a:pt x="4050853" y="683379"/>
                </a:lnTo>
                <a:lnTo>
                  <a:pt x="4050853" y="726836"/>
                </a:lnTo>
                <a:lnTo>
                  <a:pt x="3796655" y="726836"/>
                </a:lnTo>
                <a:close/>
                <a:moveTo>
                  <a:pt x="1786285" y="682188"/>
                </a:moveTo>
                <a:lnTo>
                  <a:pt x="1786285" y="770294"/>
                </a:lnTo>
                <a:lnTo>
                  <a:pt x="2361357" y="770294"/>
                </a:lnTo>
                <a:lnTo>
                  <a:pt x="2361357" y="682188"/>
                </a:lnTo>
                <a:close/>
                <a:moveTo>
                  <a:pt x="567085" y="641111"/>
                </a:moveTo>
                <a:lnTo>
                  <a:pt x="567085" y="721479"/>
                </a:lnTo>
                <a:lnTo>
                  <a:pt x="633164" y="721479"/>
                </a:lnTo>
                <a:lnTo>
                  <a:pt x="633164" y="869414"/>
                </a:lnTo>
                <a:lnTo>
                  <a:pt x="559941" y="925075"/>
                </a:lnTo>
                <a:lnTo>
                  <a:pt x="593278" y="1019730"/>
                </a:lnTo>
                <a:cubicBezTo>
                  <a:pt x="622250" y="989568"/>
                  <a:pt x="648444" y="963374"/>
                  <a:pt x="671860" y="941149"/>
                </a:cubicBezTo>
                <a:cubicBezTo>
                  <a:pt x="683964" y="957619"/>
                  <a:pt x="700038" y="970815"/>
                  <a:pt x="720080" y="980737"/>
                </a:cubicBezTo>
                <a:cubicBezTo>
                  <a:pt x="740122" y="990659"/>
                  <a:pt x="760809" y="996959"/>
                  <a:pt x="782141" y="999638"/>
                </a:cubicBezTo>
                <a:cubicBezTo>
                  <a:pt x="803473" y="1002317"/>
                  <a:pt x="848568" y="1003954"/>
                  <a:pt x="917426" y="1004550"/>
                </a:cubicBezTo>
                <a:lnTo>
                  <a:pt x="1123106" y="1006038"/>
                </a:lnTo>
                <a:cubicBezTo>
                  <a:pt x="1130647" y="979447"/>
                  <a:pt x="1139577" y="952460"/>
                  <a:pt x="1149896" y="925075"/>
                </a:cubicBezTo>
                <a:cubicBezTo>
                  <a:pt x="1052661" y="926266"/>
                  <a:pt x="977354" y="926861"/>
                  <a:pt x="923974" y="926861"/>
                </a:cubicBezTo>
                <a:lnTo>
                  <a:pt x="837952" y="925671"/>
                </a:lnTo>
                <a:cubicBezTo>
                  <a:pt x="788739" y="925671"/>
                  <a:pt x="747861" y="910788"/>
                  <a:pt x="715317" y="881022"/>
                </a:cubicBezTo>
                <a:lnTo>
                  <a:pt x="715317" y="641111"/>
                </a:lnTo>
                <a:close/>
                <a:moveTo>
                  <a:pt x="5540921" y="608369"/>
                </a:moveTo>
                <a:lnTo>
                  <a:pt x="5625455" y="608369"/>
                </a:lnTo>
                <a:lnTo>
                  <a:pt x="5625455" y="710168"/>
                </a:lnTo>
                <a:lnTo>
                  <a:pt x="5540921" y="710168"/>
                </a:lnTo>
                <a:close/>
                <a:moveTo>
                  <a:pt x="1321346" y="602416"/>
                </a:moveTo>
                <a:lnTo>
                  <a:pt x="1606500" y="602416"/>
                </a:lnTo>
                <a:lnTo>
                  <a:pt x="1606500" y="634563"/>
                </a:lnTo>
                <a:lnTo>
                  <a:pt x="1321346" y="634563"/>
                </a:lnTo>
                <a:close/>
                <a:moveTo>
                  <a:pt x="6390729" y="561935"/>
                </a:moveTo>
                <a:lnTo>
                  <a:pt x="6520210" y="561935"/>
                </a:lnTo>
                <a:cubicBezTo>
                  <a:pt x="6505922" y="589914"/>
                  <a:pt x="6484590" y="614223"/>
                  <a:pt x="6456214" y="634861"/>
                </a:cubicBezTo>
                <a:cubicBezTo>
                  <a:pt x="6429028" y="615017"/>
                  <a:pt x="6407200" y="590708"/>
                  <a:pt x="6390729" y="561935"/>
                </a:cubicBezTo>
                <a:close/>
                <a:moveTo>
                  <a:pt x="2587873" y="550028"/>
                </a:moveTo>
                <a:lnTo>
                  <a:pt x="2790577" y="550028"/>
                </a:lnTo>
                <a:cubicBezTo>
                  <a:pt x="2760018" y="572650"/>
                  <a:pt x="2724001" y="592097"/>
                  <a:pt x="2682528" y="608369"/>
                </a:cubicBezTo>
                <a:cubicBezTo>
                  <a:pt x="2649190" y="593089"/>
                  <a:pt x="2617639" y="573643"/>
                  <a:pt x="2587873" y="550028"/>
                </a:cubicBezTo>
                <a:close/>
                <a:moveTo>
                  <a:pt x="6151116" y="544075"/>
                </a:moveTo>
                <a:lnTo>
                  <a:pt x="6210647" y="544075"/>
                </a:lnTo>
                <a:lnTo>
                  <a:pt x="6210647" y="605988"/>
                </a:lnTo>
                <a:lnTo>
                  <a:pt x="6151116" y="605988"/>
                </a:lnTo>
                <a:close/>
                <a:moveTo>
                  <a:pt x="3124547" y="517882"/>
                </a:moveTo>
                <a:cubicBezTo>
                  <a:pt x="3099147" y="592097"/>
                  <a:pt x="3061444" y="670480"/>
                  <a:pt x="3011438" y="753030"/>
                </a:cubicBezTo>
                <a:cubicBezTo>
                  <a:pt x="3032472" y="764143"/>
                  <a:pt x="3057078" y="778628"/>
                  <a:pt x="3085256" y="796488"/>
                </a:cubicBezTo>
                <a:cubicBezTo>
                  <a:pt x="3127325" y="723463"/>
                  <a:pt x="3167409" y="639722"/>
                  <a:pt x="3205510" y="545266"/>
                </a:cubicBezTo>
                <a:close/>
                <a:moveTo>
                  <a:pt x="1321346" y="517882"/>
                </a:moveTo>
                <a:lnTo>
                  <a:pt x="1606500" y="517882"/>
                </a:lnTo>
                <a:lnTo>
                  <a:pt x="1606500" y="550028"/>
                </a:lnTo>
                <a:lnTo>
                  <a:pt x="1321346" y="550028"/>
                </a:lnTo>
                <a:close/>
                <a:moveTo>
                  <a:pt x="3441253" y="500022"/>
                </a:moveTo>
                <a:lnTo>
                  <a:pt x="3381127" y="545861"/>
                </a:lnTo>
                <a:cubicBezTo>
                  <a:pt x="3428752" y="604202"/>
                  <a:pt x="3478956" y="667305"/>
                  <a:pt x="3531741" y="735171"/>
                </a:cubicBezTo>
                <a:lnTo>
                  <a:pt x="3593058" y="674449"/>
                </a:lnTo>
                <a:cubicBezTo>
                  <a:pt x="3543845" y="614521"/>
                  <a:pt x="3493244" y="556378"/>
                  <a:pt x="3441253" y="500022"/>
                </a:cubicBezTo>
                <a:close/>
                <a:moveTo>
                  <a:pt x="1238597" y="451802"/>
                </a:moveTo>
                <a:lnTo>
                  <a:pt x="1238597" y="700643"/>
                </a:lnTo>
                <a:lnTo>
                  <a:pt x="1689249" y="700643"/>
                </a:lnTo>
                <a:lnTo>
                  <a:pt x="1689249" y="451802"/>
                </a:lnTo>
                <a:close/>
                <a:moveTo>
                  <a:pt x="3248372" y="438110"/>
                </a:moveTo>
                <a:lnTo>
                  <a:pt x="3248372" y="806013"/>
                </a:lnTo>
                <a:lnTo>
                  <a:pt x="3334395" y="806013"/>
                </a:lnTo>
                <a:cubicBezTo>
                  <a:pt x="3271093" y="860385"/>
                  <a:pt x="3159472" y="901263"/>
                  <a:pt x="2999532" y="928647"/>
                </a:cubicBezTo>
                <a:cubicBezTo>
                  <a:pt x="3012628" y="950079"/>
                  <a:pt x="3028107" y="980241"/>
                  <a:pt x="3045966" y="1019135"/>
                </a:cubicBezTo>
                <a:cubicBezTo>
                  <a:pt x="3147764" y="1000680"/>
                  <a:pt x="3235672" y="971510"/>
                  <a:pt x="3309689" y="931624"/>
                </a:cubicBezTo>
                <a:cubicBezTo>
                  <a:pt x="3383706" y="891738"/>
                  <a:pt x="3452564" y="828833"/>
                  <a:pt x="3516263" y="742910"/>
                </a:cubicBezTo>
                <a:lnTo>
                  <a:pt x="3446611" y="690522"/>
                </a:lnTo>
                <a:cubicBezTo>
                  <a:pt x="3413472" y="734377"/>
                  <a:pt x="3377951" y="771485"/>
                  <a:pt x="3340050" y="801846"/>
                </a:cubicBezTo>
                <a:lnTo>
                  <a:pt x="3340050" y="438110"/>
                </a:lnTo>
                <a:close/>
                <a:moveTo>
                  <a:pt x="647452" y="436919"/>
                </a:moveTo>
                <a:lnTo>
                  <a:pt x="580181" y="477400"/>
                </a:lnTo>
                <a:cubicBezTo>
                  <a:pt x="601216" y="509944"/>
                  <a:pt x="625822" y="549433"/>
                  <a:pt x="654000" y="595868"/>
                </a:cubicBezTo>
                <a:lnTo>
                  <a:pt x="726033" y="550624"/>
                </a:lnTo>
                <a:cubicBezTo>
                  <a:pt x="700236" y="511730"/>
                  <a:pt x="674042" y="473828"/>
                  <a:pt x="647452" y="436919"/>
                </a:cubicBezTo>
                <a:close/>
                <a:moveTo>
                  <a:pt x="4466977" y="436324"/>
                </a:moveTo>
                <a:cubicBezTo>
                  <a:pt x="4467771" y="572849"/>
                  <a:pt x="4448274" y="677227"/>
                  <a:pt x="4408487" y="749458"/>
                </a:cubicBezTo>
                <a:cubicBezTo>
                  <a:pt x="4368700" y="821689"/>
                  <a:pt x="4304258" y="883205"/>
                  <a:pt x="4215160" y="934005"/>
                </a:cubicBezTo>
                <a:cubicBezTo>
                  <a:pt x="4242941" y="968930"/>
                  <a:pt x="4262983" y="997307"/>
                  <a:pt x="4275286" y="1019135"/>
                </a:cubicBezTo>
                <a:cubicBezTo>
                  <a:pt x="4391372" y="947102"/>
                  <a:pt x="4470350" y="852844"/>
                  <a:pt x="4512220" y="736361"/>
                </a:cubicBezTo>
                <a:cubicBezTo>
                  <a:pt x="4556274" y="866735"/>
                  <a:pt x="4631680" y="959008"/>
                  <a:pt x="4738439" y="1013182"/>
                </a:cubicBezTo>
                <a:cubicBezTo>
                  <a:pt x="4752727" y="992544"/>
                  <a:pt x="4775547" y="963771"/>
                  <a:pt x="4806900" y="926861"/>
                </a:cubicBezTo>
                <a:cubicBezTo>
                  <a:pt x="4664224" y="868521"/>
                  <a:pt x="4578002" y="746680"/>
                  <a:pt x="4548237" y="561339"/>
                </a:cubicBezTo>
                <a:cubicBezTo>
                  <a:pt x="4552206" y="521057"/>
                  <a:pt x="4554091" y="479385"/>
                  <a:pt x="4553892" y="436324"/>
                </a:cubicBezTo>
                <a:close/>
                <a:moveTo>
                  <a:pt x="5078363" y="435728"/>
                </a:moveTo>
                <a:lnTo>
                  <a:pt x="5078363" y="508357"/>
                </a:lnTo>
                <a:lnTo>
                  <a:pt x="4884291" y="508357"/>
                </a:lnTo>
                <a:lnTo>
                  <a:pt x="4884291" y="581580"/>
                </a:lnTo>
                <a:lnTo>
                  <a:pt x="5078363" y="581580"/>
                </a:lnTo>
                <a:lnTo>
                  <a:pt x="5078363" y="651232"/>
                </a:lnTo>
                <a:lnTo>
                  <a:pt x="4841428" y="651232"/>
                </a:lnTo>
                <a:lnTo>
                  <a:pt x="4841428" y="724455"/>
                </a:lnTo>
                <a:lnTo>
                  <a:pt x="5403404" y="724455"/>
                </a:lnTo>
                <a:lnTo>
                  <a:pt x="5403404" y="651232"/>
                </a:lnTo>
                <a:lnTo>
                  <a:pt x="5163493" y="651232"/>
                </a:lnTo>
                <a:lnTo>
                  <a:pt x="5163493" y="581580"/>
                </a:lnTo>
                <a:lnTo>
                  <a:pt x="5358160" y="581580"/>
                </a:lnTo>
                <a:lnTo>
                  <a:pt x="5358160" y="508357"/>
                </a:lnTo>
                <a:lnTo>
                  <a:pt x="5163493" y="508357"/>
                </a:lnTo>
                <a:lnTo>
                  <a:pt x="5163493" y="435728"/>
                </a:lnTo>
                <a:close/>
                <a:moveTo>
                  <a:pt x="5799882" y="434538"/>
                </a:moveTo>
                <a:cubicBezTo>
                  <a:pt x="5770711" y="522247"/>
                  <a:pt x="5740152" y="592891"/>
                  <a:pt x="5708204" y="646469"/>
                </a:cubicBezTo>
                <a:lnTo>
                  <a:pt x="5708204" y="530383"/>
                </a:lnTo>
                <a:lnTo>
                  <a:pt x="5607000" y="530383"/>
                </a:lnTo>
                <a:lnTo>
                  <a:pt x="5633790" y="449421"/>
                </a:lnTo>
                <a:lnTo>
                  <a:pt x="5545088" y="435728"/>
                </a:lnTo>
                <a:cubicBezTo>
                  <a:pt x="5540524" y="459938"/>
                  <a:pt x="5532487" y="491489"/>
                  <a:pt x="5520978" y="530383"/>
                </a:cubicBezTo>
                <a:lnTo>
                  <a:pt x="5458172" y="530383"/>
                </a:lnTo>
                <a:lnTo>
                  <a:pt x="5458172" y="1014372"/>
                </a:lnTo>
                <a:lnTo>
                  <a:pt x="5540921" y="1014372"/>
                </a:lnTo>
                <a:lnTo>
                  <a:pt x="5540921" y="967938"/>
                </a:lnTo>
                <a:lnTo>
                  <a:pt x="5625455" y="967938"/>
                </a:lnTo>
                <a:lnTo>
                  <a:pt x="5625455" y="1010800"/>
                </a:lnTo>
                <a:lnTo>
                  <a:pt x="5708204" y="1010800"/>
                </a:lnTo>
                <a:lnTo>
                  <a:pt x="5708204" y="656292"/>
                </a:lnTo>
                <a:cubicBezTo>
                  <a:pt x="5736183" y="668396"/>
                  <a:pt x="5759599" y="680600"/>
                  <a:pt x="5778450" y="692904"/>
                </a:cubicBezTo>
                <a:cubicBezTo>
                  <a:pt x="5793135" y="666710"/>
                  <a:pt x="5807025" y="639722"/>
                  <a:pt x="5820122" y="611941"/>
                </a:cubicBezTo>
                <a:lnTo>
                  <a:pt x="5923707" y="611941"/>
                </a:lnTo>
                <a:cubicBezTo>
                  <a:pt x="5923707" y="635555"/>
                  <a:pt x="5923310" y="666313"/>
                  <a:pt x="5922516" y="704214"/>
                </a:cubicBezTo>
                <a:lnTo>
                  <a:pt x="5919837" y="825956"/>
                </a:lnTo>
                <a:cubicBezTo>
                  <a:pt x="5918845" y="869215"/>
                  <a:pt x="5917555" y="893623"/>
                  <a:pt x="5915968" y="899179"/>
                </a:cubicBezTo>
                <a:cubicBezTo>
                  <a:pt x="5914380" y="904736"/>
                  <a:pt x="5911354" y="909746"/>
                  <a:pt x="5906889" y="914211"/>
                </a:cubicBezTo>
                <a:cubicBezTo>
                  <a:pt x="5902424" y="918676"/>
                  <a:pt x="5896719" y="922000"/>
                  <a:pt x="5889774" y="924182"/>
                </a:cubicBezTo>
                <a:cubicBezTo>
                  <a:pt x="5882828" y="926365"/>
                  <a:pt x="5874593" y="927457"/>
                  <a:pt x="5865068" y="927457"/>
                </a:cubicBezTo>
                <a:cubicBezTo>
                  <a:pt x="5831929" y="927457"/>
                  <a:pt x="5800675" y="926266"/>
                  <a:pt x="5771307" y="923885"/>
                </a:cubicBezTo>
                <a:cubicBezTo>
                  <a:pt x="5780435" y="948888"/>
                  <a:pt x="5787975" y="978852"/>
                  <a:pt x="5793929" y="1013777"/>
                </a:cubicBezTo>
                <a:cubicBezTo>
                  <a:pt x="5859611" y="1013777"/>
                  <a:pt x="5902226" y="1012090"/>
                  <a:pt x="5921772" y="1008717"/>
                </a:cubicBezTo>
                <a:cubicBezTo>
                  <a:pt x="5941318" y="1005343"/>
                  <a:pt x="5956548" y="998993"/>
                  <a:pt x="5967462" y="989667"/>
                </a:cubicBezTo>
                <a:cubicBezTo>
                  <a:pt x="5978376" y="980340"/>
                  <a:pt x="5986413" y="968285"/>
                  <a:pt x="5991572" y="953502"/>
                </a:cubicBezTo>
                <a:cubicBezTo>
                  <a:pt x="5996732" y="938718"/>
                  <a:pt x="5999807" y="912871"/>
                  <a:pt x="6000800" y="875962"/>
                </a:cubicBezTo>
                <a:lnTo>
                  <a:pt x="6007646" y="533360"/>
                </a:lnTo>
                <a:lnTo>
                  <a:pt x="5854055" y="533360"/>
                </a:lnTo>
                <a:cubicBezTo>
                  <a:pt x="5863977" y="508158"/>
                  <a:pt x="5873303" y="482361"/>
                  <a:pt x="5882035" y="455969"/>
                </a:cubicBezTo>
                <a:close/>
                <a:moveTo>
                  <a:pt x="2564358" y="433347"/>
                </a:moveTo>
                <a:cubicBezTo>
                  <a:pt x="2527846" y="487322"/>
                  <a:pt x="2470497" y="536535"/>
                  <a:pt x="2392313" y="580985"/>
                </a:cubicBezTo>
                <a:cubicBezTo>
                  <a:pt x="2410966" y="602813"/>
                  <a:pt x="2427039" y="622855"/>
                  <a:pt x="2440533" y="641111"/>
                </a:cubicBezTo>
                <a:cubicBezTo>
                  <a:pt x="2469307" y="623649"/>
                  <a:pt x="2496294" y="604400"/>
                  <a:pt x="2521496" y="583366"/>
                </a:cubicBezTo>
                <a:cubicBezTo>
                  <a:pt x="2542133" y="603607"/>
                  <a:pt x="2564656" y="621664"/>
                  <a:pt x="2589064" y="637539"/>
                </a:cubicBezTo>
                <a:cubicBezTo>
                  <a:pt x="2531318" y="651628"/>
                  <a:pt x="2465933" y="661550"/>
                  <a:pt x="2392908" y="667305"/>
                </a:cubicBezTo>
                <a:cubicBezTo>
                  <a:pt x="2404021" y="691118"/>
                  <a:pt x="2414736" y="715922"/>
                  <a:pt x="2425055" y="741719"/>
                </a:cubicBezTo>
                <a:cubicBezTo>
                  <a:pt x="2522488" y="728424"/>
                  <a:pt x="2607419" y="708977"/>
                  <a:pt x="2679849" y="683379"/>
                </a:cubicBezTo>
                <a:cubicBezTo>
                  <a:pt x="2745531" y="707985"/>
                  <a:pt x="2832447" y="726241"/>
                  <a:pt x="2940595" y="738147"/>
                </a:cubicBezTo>
                <a:cubicBezTo>
                  <a:pt x="2950914" y="710366"/>
                  <a:pt x="2961630" y="683974"/>
                  <a:pt x="2972743" y="658971"/>
                </a:cubicBezTo>
                <a:cubicBezTo>
                  <a:pt x="2897535" y="655994"/>
                  <a:pt x="2834333" y="649446"/>
                  <a:pt x="2783135" y="639325"/>
                </a:cubicBezTo>
                <a:cubicBezTo>
                  <a:pt x="2832745" y="613330"/>
                  <a:pt x="2874913" y="582969"/>
                  <a:pt x="2909640" y="548243"/>
                </a:cubicBezTo>
                <a:lnTo>
                  <a:pt x="2909640" y="483949"/>
                </a:lnTo>
                <a:lnTo>
                  <a:pt x="2617937" y="483949"/>
                </a:lnTo>
                <a:cubicBezTo>
                  <a:pt x="2630636" y="467875"/>
                  <a:pt x="2642741" y="451008"/>
                  <a:pt x="2654250" y="433347"/>
                </a:cubicBezTo>
                <a:close/>
                <a:moveTo>
                  <a:pt x="954038" y="430966"/>
                </a:moveTo>
                <a:lnTo>
                  <a:pt x="867717" y="455374"/>
                </a:lnTo>
                <a:cubicBezTo>
                  <a:pt x="875258" y="473233"/>
                  <a:pt x="883890" y="495458"/>
                  <a:pt x="893613" y="522049"/>
                </a:cubicBezTo>
                <a:lnTo>
                  <a:pt x="742107" y="522049"/>
                </a:lnTo>
                <a:lnTo>
                  <a:pt x="742107" y="594082"/>
                </a:lnTo>
                <a:lnTo>
                  <a:pt x="991542" y="594082"/>
                </a:lnTo>
                <a:cubicBezTo>
                  <a:pt x="983605" y="631189"/>
                  <a:pt x="967532" y="665023"/>
                  <a:pt x="943322" y="695582"/>
                </a:cubicBezTo>
                <a:lnTo>
                  <a:pt x="821283" y="601225"/>
                </a:lnTo>
                <a:lnTo>
                  <a:pt x="770682" y="654804"/>
                </a:lnTo>
                <a:cubicBezTo>
                  <a:pt x="806797" y="684569"/>
                  <a:pt x="844996" y="717014"/>
                  <a:pt x="885279" y="752137"/>
                </a:cubicBezTo>
                <a:cubicBezTo>
                  <a:pt x="845790" y="782300"/>
                  <a:pt x="795883" y="808394"/>
                  <a:pt x="735558" y="830421"/>
                </a:cubicBezTo>
                <a:cubicBezTo>
                  <a:pt x="758577" y="864552"/>
                  <a:pt x="775245" y="890547"/>
                  <a:pt x="785564" y="908407"/>
                </a:cubicBezTo>
                <a:cubicBezTo>
                  <a:pt x="850255" y="881618"/>
                  <a:pt x="904726" y="848379"/>
                  <a:pt x="948978" y="808692"/>
                </a:cubicBezTo>
                <a:cubicBezTo>
                  <a:pt x="983307" y="839251"/>
                  <a:pt x="1018927" y="871696"/>
                  <a:pt x="1055836" y="906025"/>
                </a:cubicBezTo>
                <a:lnTo>
                  <a:pt x="1124297" y="838755"/>
                </a:lnTo>
                <a:lnTo>
                  <a:pt x="1007021" y="745589"/>
                </a:lnTo>
                <a:cubicBezTo>
                  <a:pt x="1040358" y="701139"/>
                  <a:pt x="1064071" y="650636"/>
                  <a:pt x="1078160" y="594082"/>
                </a:cubicBezTo>
                <a:lnTo>
                  <a:pt x="1136799" y="594082"/>
                </a:lnTo>
                <a:lnTo>
                  <a:pt x="1136799" y="522049"/>
                </a:lnTo>
                <a:lnTo>
                  <a:pt x="987673" y="522049"/>
                </a:lnTo>
                <a:cubicBezTo>
                  <a:pt x="976164" y="485735"/>
                  <a:pt x="964952" y="455374"/>
                  <a:pt x="954038" y="430966"/>
                </a:cubicBezTo>
                <a:close/>
                <a:moveTo>
                  <a:pt x="6376740" y="430371"/>
                </a:moveTo>
                <a:cubicBezTo>
                  <a:pt x="6354713" y="480575"/>
                  <a:pt x="6323955" y="526414"/>
                  <a:pt x="6284466" y="567888"/>
                </a:cubicBezTo>
                <a:lnTo>
                  <a:pt x="6284466" y="467875"/>
                </a:lnTo>
                <a:lnTo>
                  <a:pt x="6077297" y="467875"/>
                </a:lnTo>
                <a:lnTo>
                  <a:pt x="6077297" y="672663"/>
                </a:lnTo>
                <a:lnTo>
                  <a:pt x="6158260" y="672663"/>
                </a:lnTo>
                <a:lnTo>
                  <a:pt x="6158260" y="907216"/>
                </a:lnTo>
                <a:lnTo>
                  <a:pt x="6124922" y="911086"/>
                </a:lnTo>
                <a:lnTo>
                  <a:pt x="6124922" y="710763"/>
                </a:lnTo>
                <a:lnTo>
                  <a:pt x="6065391" y="710763"/>
                </a:lnTo>
                <a:lnTo>
                  <a:pt x="6065391" y="917634"/>
                </a:lnTo>
                <a:lnTo>
                  <a:pt x="6045746" y="919718"/>
                </a:lnTo>
                <a:lnTo>
                  <a:pt x="6054675" y="1003061"/>
                </a:lnTo>
                <a:lnTo>
                  <a:pt x="6296372" y="969724"/>
                </a:lnTo>
                <a:cubicBezTo>
                  <a:pt x="6296769" y="926464"/>
                  <a:pt x="6297563" y="899874"/>
                  <a:pt x="6298754" y="889952"/>
                </a:cubicBezTo>
                <a:lnTo>
                  <a:pt x="6232079" y="898286"/>
                </a:lnTo>
                <a:lnTo>
                  <a:pt x="6232079" y="813157"/>
                </a:lnTo>
                <a:lnTo>
                  <a:pt x="6278513" y="813157"/>
                </a:lnTo>
                <a:lnTo>
                  <a:pt x="6278513" y="744100"/>
                </a:lnTo>
                <a:lnTo>
                  <a:pt x="6232079" y="744100"/>
                </a:lnTo>
                <a:lnTo>
                  <a:pt x="6232079" y="672663"/>
                </a:lnTo>
                <a:lnTo>
                  <a:pt x="6284466" y="672663"/>
                </a:lnTo>
                <a:lnTo>
                  <a:pt x="6284466" y="602118"/>
                </a:lnTo>
                <a:cubicBezTo>
                  <a:pt x="6298555" y="621962"/>
                  <a:pt x="6308080" y="635952"/>
                  <a:pt x="6313041" y="644088"/>
                </a:cubicBezTo>
                <a:cubicBezTo>
                  <a:pt x="6322566" y="634960"/>
                  <a:pt x="6331793" y="625534"/>
                  <a:pt x="6340723" y="615811"/>
                </a:cubicBezTo>
                <a:cubicBezTo>
                  <a:pt x="6354217" y="636646"/>
                  <a:pt x="6370092" y="655597"/>
                  <a:pt x="6388348" y="672663"/>
                </a:cubicBezTo>
                <a:cubicBezTo>
                  <a:pt x="6353423" y="687149"/>
                  <a:pt x="6312644" y="698460"/>
                  <a:pt x="6266011" y="706596"/>
                </a:cubicBezTo>
                <a:cubicBezTo>
                  <a:pt x="6277521" y="728821"/>
                  <a:pt x="6287641" y="751641"/>
                  <a:pt x="6296372" y="775057"/>
                </a:cubicBezTo>
                <a:cubicBezTo>
                  <a:pt x="6357491" y="763150"/>
                  <a:pt x="6410573" y="745192"/>
                  <a:pt x="6455618" y="721181"/>
                </a:cubicBezTo>
                <a:cubicBezTo>
                  <a:pt x="6499870" y="745986"/>
                  <a:pt x="6552754" y="764143"/>
                  <a:pt x="6614269" y="775652"/>
                </a:cubicBezTo>
                <a:cubicBezTo>
                  <a:pt x="6621810" y="745489"/>
                  <a:pt x="6629350" y="719891"/>
                  <a:pt x="6636891" y="698857"/>
                </a:cubicBezTo>
                <a:cubicBezTo>
                  <a:pt x="6595616" y="693896"/>
                  <a:pt x="6558905" y="685264"/>
                  <a:pt x="6526758" y="672961"/>
                </a:cubicBezTo>
                <a:cubicBezTo>
                  <a:pt x="6563469" y="641012"/>
                  <a:pt x="6591846" y="602813"/>
                  <a:pt x="6611888" y="558363"/>
                </a:cubicBezTo>
                <a:lnTo>
                  <a:pt x="6611888" y="491093"/>
                </a:lnTo>
                <a:lnTo>
                  <a:pt x="6434485" y="491093"/>
                </a:lnTo>
                <a:cubicBezTo>
                  <a:pt x="6444208" y="474821"/>
                  <a:pt x="6453337" y="457953"/>
                  <a:pt x="6461869" y="440491"/>
                </a:cubicBezTo>
                <a:close/>
                <a:moveTo>
                  <a:pt x="3811538" y="430371"/>
                </a:moveTo>
                <a:cubicBezTo>
                  <a:pt x="3804592" y="452794"/>
                  <a:pt x="3796655" y="474622"/>
                  <a:pt x="3787725" y="495855"/>
                </a:cubicBezTo>
                <a:lnTo>
                  <a:pt x="3611513" y="495855"/>
                </a:lnTo>
                <a:lnTo>
                  <a:pt x="3611513" y="570269"/>
                </a:lnTo>
                <a:lnTo>
                  <a:pt x="3749923" y="570269"/>
                </a:lnTo>
                <a:cubicBezTo>
                  <a:pt x="3713013" y="632777"/>
                  <a:pt x="3665091" y="689332"/>
                  <a:pt x="3606155" y="739933"/>
                </a:cubicBezTo>
                <a:cubicBezTo>
                  <a:pt x="3613298" y="769699"/>
                  <a:pt x="3620045" y="800655"/>
                  <a:pt x="3626395" y="832802"/>
                </a:cubicBezTo>
                <a:cubicBezTo>
                  <a:pt x="3656360" y="808989"/>
                  <a:pt x="3684537" y="783490"/>
                  <a:pt x="3710930" y="756304"/>
                </a:cubicBezTo>
                <a:lnTo>
                  <a:pt x="3710930" y="1018539"/>
                </a:lnTo>
                <a:lnTo>
                  <a:pt x="3796655" y="1018539"/>
                </a:lnTo>
                <a:lnTo>
                  <a:pt x="3796655" y="897691"/>
                </a:lnTo>
                <a:lnTo>
                  <a:pt x="4050853" y="897691"/>
                </a:lnTo>
                <a:lnTo>
                  <a:pt x="4050853" y="907811"/>
                </a:lnTo>
                <a:cubicBezTo>
                  <a:pt x="4050853" y="930036"/>
                  <a:pt x="4039542" y="941149"/>
                  <a:pt x="4016920" y="941149"/>
                </a:cubicBezTo>
                <a:cubicBezTo>
                  <a:pt x="3987551" y="941149"/>
                  <a:pt x="3955802" y="940157"/>
                  <a:pt x="3921670" y="938172"/>
                </a:cubicBezTo>
                <a:cubicBezTo>
                  <a:pt x="3931592" y="965557"/>
                  <a:pt x="3939331" y="992743"/>
                  <a:pt x="3944888" y="1019730"/>
                </a:cubicBezTo>
                <a:cubicBezTo>
                  <a:pt x="4006403" y="1019730"/>
                  <a:pt x="4047777" y="1018738"/>
                  <a:pt x="4069010" y="1016754"/>
                </a:cubicBezTo>
                <a:cubicBezTo>
                  <a:pt x="4090243" y="1014769"/>
                  <a:pt x="4106813" y="1007080"/>
                  <a:pt x="4118719" y="993685"/>
                </a:cubicBezTo>
                <a:cubicBezTo>
                  <a:pt x="4130625" y="980291"/>
                  <a:pt x="4136578" y="961191"/>
                  <a:pt x="4136578" y="936386"/>
                </a:cubicBezTo>
                <a:lnTo>
                  <a:pt x="4136578" y="613727"/>
                </a:lnTo>
                <a:lnTo>
                  <a:pt x="3822551" y="613727"/>
                </a:lnTo>
                <a:cubicBezTo>
                  <a:pt x="3831480" y="599638"/>
                  <a:pt x="3839914" y="585152"/>
                  <a:pt x="3847852" y="570269"/>
                </a:cubicBezTo>
                <a:lnTo>
                  <a:pt x="4193133" y="570269"/>
                </a:lnTo>
                <a:lnTo>
                  <a:pt x="4193133" y="495855"/>
                </a:lnTo>
                <a:lnTo>
                  <a:pt x="3884761" y="495855"/>
                </a:lnTo>
                <a:cubicBezTo>
                  <a:pt x="3892103" y="479186"/>
                  <a:pt x="3899048" y="462121"/>
                  <a:pt x="3905597" y="444658"/>
                </a:cubicBezTo>
                <a:close/>
                <a:moveTo>
                  <a:pt x="0" y="0"/>
                </a:moveTo>
                <a:lnTo>
                  <a:pt x="7200800" y="0"/>
                </a:lnTo>
                <a:lnTo>
                  <a:pt x="7200800" y="1440160"/>
                </a:lnTo>
                <a:lnTo>
                  <a:pt x="0" y="1440160"/>
                </a:lnTo>
                <a:close/>
              </a:path>
            </a:pathLst>
          </a:custGeom>
          <a:solidFill>
            <a:schemeClr val="bg1">
              <a:alpha val="77000"/>
            </a:schemeClr>
          </a:solidFill>
          <a:ln>
            <a:noFill/>
          </a:ln>
          <a:effectLst>
            <a:softEdge rad="0"/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4000" dirty="0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197052291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4" presetClass="entr" presetSubtype="1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>
            <a:lumMod val="85000"/>
            <a:lumOff val="1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文本框 2">
            <a:extLst>
              <a:ext uri="{FF2B5EF4-FFF2-40B4-BE49-F238E27FC236}">
                <a16:creationId xmlns:a16="http://schemas.microsoft.com/office/drawing/2014/main" id="{DFECC975-96FF-4C29-81AE-5F3389FFC657}"/>
              </a:ext>
            </a:extLst>
          </p:cNvPr>
          <p:cNvSpPr txBox="1"/>
          <p:nvPr/>
        </p:nvSpPr>
        <p:spPr>
          <a:xfrm>
            <a:off x="1691680" y="1848475"/>
            <a:ext cx="5760640" cy="144655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88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WHY</a:t>
            </a:r>
            <a:endParaRPr lang="zh-CN" altLang="en-US" sz="8800" b="1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4" name="文本框 3">
            <a:extLst>
              <a:ext uri="{FF2B5EF4-FFF2-40B4-BE49-F238E27FC236}">
                <a16:creationId xmlns:a16="http://schemas.microsoft.com/office/drawing/2014/main" id="{36B59C63-AF8F-41FB-A918-76F0351DBCFF}"/>
              </a:ext>
            </a:extLst>
          </p:cNvPr>
          <p:cNvSpPr txBox="1"/>
          <p:nvPr/>
        </p:nvSpPr>
        <p:spPr>
          <a:xfrm>
            <a:off x="0" y="3795886"/>
            <a:ext cx="91440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dirty="0">
                <a:solidFill>
                  <a:schemeClr val="bg1"/>
                </a:solidFill>
              </a:rPr>
              <a:t>为什么需要认知自我</a:t>
            </a:r>
          </a:p>
        </p:txBody>
      </p:sp>
    </p:spTree>
    <p:extLst>
      <p:ext uri="{BB962C8B-B14F-4D97-AF65-F5344CB8AC3E}">
        <p14:creationId xmlns:p14="http://schemas.microsoft.com/office/powerpoint/2010/main" val="390205154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  <p:bldP spid="4" grpId="0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矩形 7">
            <a:extLst>
              <a:ext uri="{FF2B5EF4-FFF2-40B4-BE49-F238E27FC236}">
                <a16:creationId xmlns:a16="http://schemas.microsoft.com/office/drawing/2014/main" id="{55B0230F-5FDC-4E01-BA42-495F65C063C4}"/>
              </a:ext>
            </a:extLst>
          </p:cNvPr>
          <p:cNvSpPr/>
          <p:nvPr/>
        </p:nvSpPr>
        <p:spPr>
          <a:xfrm>
            <a:off x="4572000" y="-900"/>
            <a:ext cx="4572000" cy="51444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等线" panose="02010600030101010101" pitchFamily="2" charset="-122"/>
              <a:cs typeface="+mn-cs"/>
            </a:endParaRPr>
          </a:p>
        </p:txBody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88176A5C-276C-4124-A0C3-33D07E19C3DF}"/>
              </a:ext>
            </a:extLst>
          </p:cNvPr>
          <p:cNvSpPr/>
          <p:nvPr/>
        </p:nvSpPr>
        <p:spPr>
          <a:xfrm>
            <a:off x="0" y="4083"/>
            <a:ext cx="4572000" cy="5144400"/>
          </a:xfrm>
          <a:prstGeom prst="rect">
            <a:avLst/>
          </a:prstGeom>
          <a:solidFill>
            <a:schemeClr val="tx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等线" panose="02010600030101010101" pitchFamily="2" charset="-122"/>
              <a:cs typeface="+mn-cs"/>
            </a:endParaRP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E6FFB58A-86AF-4464-8718-BE088E23D39E}"/>
              </a:ext>
            </a:extLst>
          </p:cNvPr>
          <p:cNvSpPr txBox="1"/>
          <p:nvPr/>
        </p:nvSpPr>
        <p:spPr>
          <a:xfrm>
            <a:off x="1714500" y="1851670"/>
            <a:ext cx="2891326" cy="144655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88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难道</a:t>
            </a: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05B74985-79F7-4B76-AE77-D288202840CD}"/>
              </a:ext>
            </a:extLst>
          </p:cNvPr>
          <p:cNvSpPr txBox="1"/>
          <p:nvPr/>
        </p:nvSpPr>
        <p:spPr>
          <a:xfrm>
            <a:off x="4605826" y="1851670"/>
            <a:ext cx="2880320" cy="144655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8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自己</a:t>
            </a:r>
          </a:p>
        </p:txBody>
      </p:sp>
    </p:spTree>
    <p:extLst>
      <p:ext uri="{BB962C8B-B14F-4D97-AF65-F5344CB8AC3E}">
        <p14:creationId xmlns:p14="http://schemas.microsoft.com/office/powerpoint/2010/main" val="33727581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" fill="hold">
                            <p:stCondLst>
                              <p:cond delay="500"/>
                            </p:stCondLst>
                            <p:childTnLst>
                              <p:par>
                                <p:cTn id="12" presetID="4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7" fill="hold">
                            <p:stCondLst>
                              <p:cond delay="1500"/>
                            </p:stCondLst>
                            <p:childTnLst>
                              <p:par>
                                <p:cTn id="18" presetID="4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1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1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 animBg="1"/>
      <p:bldP spid="4" grpId="0" animBg="1"/>
      <p:bldP spid="6" grpId="0"/>
      <p:bldP spid="7" grpId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矩形 7">
            <a:extLst>
              <a:ext uri="{FF2B5EF4-FFF2-40B4-BE49-F238E27FC236}">
                <a16:creationId xmlns:a16="http://schemas.microsoft.com/office/drawing/2014/main" id="{55B0230F-5FDC-4E01-BA42-495F65C063C4}"/>
              </a:ext>
            </a:extLst>
          </p:cNvPr>
          <p:cNvSpPr/>
          <p:nvPr/>
        </p:nvSpPr>
        <p:spPr>
          <a:xfrm>
            <a:off x="4572000" y="-900"/>
            <a:ext cx="4572000" cy="514440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等线" panose="02010600030101010101" pitchFamily="2" charset="-122"/>
              <a:cs typeface="+mn-cs"/>
            </a:endParaRPr>
          </a:p>
        </p:txBody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88176A5C-276C-4124-A0C3-33D07E19C3DF}"/>
              </a:ext>
            </a:extLst>
          </p:cNvPr>
          <p:cNvSpPr/>
          <p:nvPr/>
        </p:nvSpPr>
        <p:spPr>
          <a:xfrm>
            <a:off x="0" y="4083"/>
            <a:ext cx="4572000" cy="51444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等线" panose="02010600030101010101" pitchFamily="2" charset="-122"/>
              <a:cs typeface="+mn-cs"/>
            </a:endParaRP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E6FFB58A-86AF-4464-8718-BE088E23D39E}"/>
              </a:ext>
            </a:extLst>
          </p:cNvPr>
          <p:cNvSpPr txBox="1"/>
          <p:nvPr/>
        </p:nvSpPr>
        <p:spPr>
          <a:xfrm>
            <a:off x="1714500" y="1463754"/>
            <a:ext cx="2891326" cy="110799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6600" b="1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还不够</a:t>
            </a: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05B74985-79F7-4B76-AE77-D288202840CD}"/>
              </a:ext>
            </a:extLst>
          </p:cNvPr>
          <p:cNvSpPr txBox="1"/>
          <p:nvPr/>
        </p:nvSpPr>
        <p:spPr>
          <a:xfrm>
            <a:off x="4605826" y="1851670"/>
            <a:ext cx="2880320" cy="144655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8800" b="1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认识</a:t>
            </a:r>
          </a:p>
        </p:txBody>
      </p:sp>
    </p:spTree>
    <p:extLst>
      <p:ext uri="{BB962C8B-B14F-4D97-AF65-F5344CB8AC3E}">
        <p14:creationId xmlns:p14="http://schemas.microsoft.com/office/powerpoint/2010/main" val="345319276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" fill="hold">
                            <p:stCondLst>
                              <p:cond delay="500"/>
                            </p:stCondLst>
                            <p:childTnLst>
                              <p:par>
                                <p:cTn id="12" presetID="4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7" fill="hold">
                            <p:stCondLst>
                              <p:cond delay="1500"/>
                            </p:stCondLst>
                            <p:childTnLst>
                              <p:par>
                                <p:cTn id="18" presetID="4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1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1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 animBg="1"/>
      <p:bldP spid="4" grpId="0" animBg="1"/>
      <p:bldP spid="6" grpId="0"/>
      <p:bldP spid="7" grpId="0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>
            <a:extLst>
              <a:ext uri="{FF2B5EF4-FFF2-40B4-BE49-F238E27FC236}">
                <a16:creationId xmlns:a16="http://schemas.microsoft.com/office/drawing/2014/main" id="{17FBCC2C-A308-4D66-8A02-7F6B9AD25DEA}"/>
              </a:ext>
            </a:extLst>
          </p:cNvPr>
          <p:cNvSpPr txBox="1"/>
          <p:nvPr/>
        </p:nvSpPr>
        <p:spPr>
          <a:xfrm>
            <a:off x="971600" y="1848475"/>
            <a:ext cx="7200800" cy="144655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sz="88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“我自己”</a:t>
            </a:r>
            <a:r>
              <a:rPr lang="en-US" altLang="zh-CN" sz="88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?</a:t>
            </a:r>
            <a:endParaRPr lang="zh-CN" altLang="en-US" sz="8800" b="1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31433724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图片 2">
            <a:extLst>
              <a:ext uri="{FF2B5EF4-FFF2-40B4-BE49-F238E27FC236}">
                <a16:creationId xmlns:a16="http://schemas.microsoft.com/office/drawing/2014/main" id="{99F32792-6ABD-49ED-8011-796DD073E810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876873" y="0"/>
            <a:ext cx="3390254" cy="5143500"/>
          </a:xfrm>
          <a:prstGeom prst="rect">
            <a:avLst/>
          </a:prstGeom>
        </p:spPr>
      </p:pic>
      <p:graphicFrame>
        <p:nvGraphicFramePr>
          <p:cNvPr id="9" name="图示 8">
            <a:extLst>
              <a:ext uri="{FF2B5EF4-FFF2-40B4-BE49-F238E27FC236}">
                <a16:creationId xmlns:a16="http://schemas.microsoft.com/office/drawing/2014/main" id="{33F6D7BA-CBBC-42B5-8A02-638C6B1005C7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394651239"/>
              </p:ext>
            </p:extLst>
          </p:nvPr>
        </p:nvGraphicFramePr>
        <p:xfrm>
          <a:off x="4788024" y="339502"/>
          <a:ext cx="3312368" cy="95188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4" r:lo="rId5" r:qs="rId6" r:cs="rId7"/>
          </a:graphicData>
        </a:graphic>
      </p:graphicFrame>
      <p:graphicFrame>
        <p:nvGraphicFramePr>
          <p:cNvPr id="13" name="图示 12">
            <a:extLst>
              <a:ext uri="{FF2B5EF4-FFF2-40B4-BE49-F238E27FC236}">
                <a16:creationId xmlns:a16="http://schemas.microsoft.com/office/drawing/2014/main" id="{FB79EC7B-6D22-4245-8B4B-54D7CAE7ABF8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3150729641"/>
              </p:ext>
            </p:extLst>
          </p:nvPr>
        </p:nvGraphicFramePr>
        <p:xfrm>
          <a:off x="-468560" y="1851670"/>
          <a:ext cx="5760640" cy="2533675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9" r:lo="rId10" r:qs="rId11" r:cs="rId12"/>
          </a:graphicData>
        </a:graphic>
      </p:graphicFrame>
      <p:sp>
        <p:nvSpPr>
          <p:cNvPr id="14" name="文本框 13">
            <a:extLst>
              <a:ext uri="{FF2B5EF4-FFF2-40B4-BE49-F238E27FC236}">
                <a16:creationId xmlns:a16="http://schemas.microsoft.com/office/drawing/2014/main" id="{41FAEDB3-2CFC-4276-87C5-4D13E7551716}"/>
              </a:ext>
            </a:extLst>
          </p:cNvPr>
          <p:cNvSpPr txBox="1"/>
          <p:nvPr/>
        </p:nvSpPr>
        <p:spPr>
          <a:xfrm>
            <a:off x="3448" y="0"/>
            <a:ext cx="2873425" cy="128990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ct val="150000"/>
              </a:lnSpc>
            </a:pP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但是，</a:t>
            </a:r>
            <a:endParaRPr lang="en-US" altLang="zh-CN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algn="ctr">
              <a:lnSpc>
                <a:spcPct val="150000"/>
              </a:lnSpc>
            </a:pP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人是如此复杂的产物，</a:t>
            </a:r>
            <a:endParaRPr lang="en-US" altLang="zh-CN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algn="ctr">
              <a:lnSpc>
                <a:spcPct val="150000"/>
              </a:lnSpc>
            </a:pP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你真的了解自己吗？</a:t>
            </a: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BA55980C-A239-4CC4-9D82-CAB0B4BBCC90}"/>
              </a:ext>
            </a:extLst>
          </p:cNvPr>
          <p:cNvSpPr txBox="1"/>
          <p:nvPr/>
        </p:nvSpPr>
        <p:spPr>
          <a:xfrm>
            <a:off x="6804248" y="4385345"/>
            <a:ext cx="2213933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sz="24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冰山理论</a:t>
            </a:r>
          </a:p>
        </p:txBody>
      </p:sp>
    </p:spTree>
    <p:extLst>
      <p:ext uri="{BB962C8B-B14F-4D97-AF65-F5344CB8AC3E}">
        <p14:creationId xmlns:p14="http://schemas.microsoft.com/office/powerpoint/2010/main" val="403253391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Abs val="15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5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2" name="TYPE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Abs val="120"/>
                                  </p:iterate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9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2" name="TYPE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  <p:par>
                          <p:cTn id="11" fill="hold">
                            <p:stCondLst>
                              <p:cond delay="361"/>
                            </p:stCondLst>
                            <p:childTnLst>
                              <p:par>
                                <p:cTn id="12" presetID="42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21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26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Graphic spid="9" grpId="0">
        <p:bldAsOne/>
      </p:bldGraphic>
      <p:bldGraphic spid="13" grpId="0">
        <p:bldAsOne/>
      </p:bldGraphic>
      <p:bldP spid="14" grpId="0"/>
      <p:bldP spid="15" grpId="0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>
            <a:extLst>
              <a:ext uri="{FF2B5EF4-FFF2-40B4-BE49-F238E27FC236}">
                <a16:creationId xmlns:a16="http://schemas.microsoft.com/office/drawing/2014/main" id="{4C6E0022-A882-46E6-A1E2-3F6F10332A69}"/>
              </a:ext>
            </a:extLst>
          </p:cNvPr>
          <p:cNvSpPr txBox="1"/>
          <p:nvPr/>
        </p:nvSpPr>
        <p:spPr>
          <a:xfrm>
            <a:off x="0" y="0"/>
            <a:ext cx="2448272" cy="830997"/>
          </a:xfrm>
          <a:prstGeom prst="rect">
            <a:avLst/>
          </a:prstGeom>
          <a:ln/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zh-CN" altLang="en-US" sz="2400" dirty="0"/>
              <a:t>弗洛伊德</a:t>
            </a:r>
            <a:endParaRPr lang="en-US" altLang="zh-CN" sz="2400" dirty="0"/>
          </a:p>
          <a:p>
            <a:pPr algn="ctr"/>
            <a:r>
              <a:rPr lang="zh-CN" altLang="en-US" sz="2400" dirty="0"/>
              <a:t>心理动力论</a:t>
            </a:r>
          </a:p>
        </p:txBody>
      </p:sp>
      <p:sp>
        <p:nvSpPr>
          <p:cNvPr id="3" name="文本框 2">
            <a:extLst>
              <a:ext uri="{FF2B5EF4-FFF2-40B4-BE49-F238E27FC236}">
                <a16:creationId xmlns:a16="http://schemas.microsoft.com/office/drawing/2014/main" id="{E388CC71-1C12-4B45-BBBC-296D459E18DF}"/>
              </a:ext>
            </a:extLst>
          </p:cNvPr>
          <p:cNvSpPr txBox="1"/>
          <p:nvPr/>
        </p:nvSpPr>
        <p:spPr>
          <a:xfrm>
            <a:off x="0" y="1203598"/>
            <a:ext cx="9144000" cy="17543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超我（</a:t>
            </a:r>
            <a:r>
              <a:rPr lang="en-US" altLang="zh-CN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superego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）：</a:t>
            </a:r>
            <a:endParaRPr lang="en-US" altLang="zh-CN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285750" indent="-285750">
              <a:buFont typeface="Wingdings" panose="05000000000000000000" pitchFamily="2" charset="2"/>
              <a:buChar char="l"/>
            </a:pP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是人格结构中的管制者，由完美原则支配，属于人格结构中的道德部分。</a:t>
            </a:r>
            <a:endParaRPr lang="en-US" altLang="zh-CN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285750" indent="-285750">
              <a:buFont typeface="Wingdings" panose="05000000000000000000" pitchFamily="2" charset="2"/>
              <a:buChar char="l"/>
            </a:pP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其位于人格结构的最高层，是道德化的自我，由社会规范、伦理道德、价值观念内化而来，其形成是社会化的结果。</a:t>
            </a:r>
            <a:endParaRPr lang="en-US" altLang="zh-CN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285750" indent="-285750">
              <a:buFont typeface="Wingdings" panose="05000000000000000000" pitchFamily="2" charset="2"/>
              <a:buChar char="l"/>
            </a:pP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超我遵循道德原则，它有三个作用：一是抑制本我的冲动，二是对自我进行监控，三是追求完善的境界。</a:t>
            </a:r>
          </a:p>
        </p:txBody>
      </p:sp>
    </p:spTree>
    <p:extLst>
      <p:ext uri="{BB962C8B-B14F-4D97-AF65-F5344CB8AC3E}">
        <p14:creationId xmlns:p14="http://schemas.microsoft.com/office/powerpoint/2010/main" val="421579521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2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>
            <a:extLst>
              <a:ext uri="{FF2B5EF4-FFF2-40B4-BE49-F238E27FC236}">
                <a16:creationId xmlns:a16="http://schemas.microsoft.com/office/drawing/2014/main" id="{074AC8A9-1071-4812-8026-E140FA5CE3BD}"/>
              </a:ext>
            </a:extLst>
          </p:cNvPr>
          <p:cNvSpPr txBox="1"/>
          <p:nvPr/>
        </p:nvSpPr>
        <p:spPr>
          <a:xfrm>
            <a:off x="0" y="1131590"/>
            <a:ext cx="9144000" cy="31393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本我（</a:t>
            </a:r>
            <a:r>
              <a:rPr lang="en-US" altLang="zh-CN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ID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）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:</a:t>
            </a:r>
          </a:p>
          <a:p>
            <a:pPr marL="285750" indent="-285750">
              <a:buFont typeface="Wingdings" panose="05000000000000000000" pitchFamily="2" charset="2"/>
              <a:buChar char="l"/>
            </a:pP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是在潜意识形态下的思想，代表思绪的原始程序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——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人最为原始的、属满足本能冲动的欲望，如饥饿、生气、性欲等。</a:t>
            </a:r>
            <a:endParaRPr lang="en-US" altLang="zh-CN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285750" indent="-285750">
              <a:buFont typeface="Wingdings" panose="05000000000000000000" pitchFamily="2" charset="2"/>
              <a:buChar char="l"/>
            </a:pP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本我为与生俱来的，亦为人格结构的基础，日后自我及超我即是以本我为基础而发展。本我位于人格结构的最底层，是由先天的本能、欲望、所组成的能量系统，包括各种生理需要。</a:t>
            </a:r>
            <a:endParaRPr lang="en-US" altLang="zh-CN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285750" indent="-285750">
              <a:buFont typeface="Wingdings" panose="05000000000000000000" pitchFamily="2" charset="2"/>
              <a:buChar char="l"/>
            </a:pP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本我具有很强的原始冲动力量。本我是无意识、非理性、非社会化和混乱无序的。本我只遵循一个原则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——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享乐原则。意为追求个体的生物性需求如食物的饱足与性欲的满足，以及避免痛苦。弗洛伊德认为，享乐原则的影响最大化是在人的婴幼儿时期，也是本我思想表现最突出的时候。</a:t>
            </a:r>
            <a:endParaRPr lang="en-US" altLang="zh-CN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285750" indent="-285750">
              <a:buFont typeface="Wingdings" panose="05000000000000000000" pitchFamily="2" charset="2"/>
              <a:buChar char="l"/>
            </a:pP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本我代表所有驱力能量的来源。</a:t>
            </a:r>
          </a:p>
        </p:txBody>
      </p:sp>
      <p:sp>
        <p:nvSpPr>
          <p:cNvPr id="3" name="文本框 2">
            <a:extLst>
              <a:ext uri="{FF2B5EF4-FFF2-40B4-BE49-F238E27FC236}">
                <a16:creationId xmlns:a16="http://schemas.microsoft.com/office/drawing/2014/main" id="{35D4DEA5-1ED1-4727-A805-1142D0284101}"/>
              </a:ext>
            </a:extLst>
          </p:cNvPr>
          <p:cNvSpPr txBox="1"/>
          <p:nvPr/>
        </p:nvSpPr>
        <p:spPr>
          <a:xfrm>
            <a:off x="0" y="0"/>
            <a:ext cx="2448272" cy="830997"/>
          </a:xfrm>
          <a:prstGeom prst="rect">
            <a:avLst/>
          </a:prstGeom>
          <a:ln/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zh-CN" altLang="en-US" sz="2400" dirty="0"/>
              <a:t>弗洛伊德</a:t>
            </a:r>
            <a:endParaRPr lang="en-US" altLang="zh-CN" sz="2400" dirty="0"/>
          </a:p>
          <a:p>
            <a:pPr algn="ctr"/>
            <a:r>
              <a:rPr lang="zh-CN" altLang="en-US" sz="2400" dirty="0"/>
              <a:t>心理动力论</a:t>
            </a:r>
          </a:p>
        </p:txBody>
      </p:sp>
    </p:spTree>
    <p:extLst>
      <p:ext uri="{BB962C8B-B14F-4D97-AF65-F5344CB8AC3E}">
        <p14:creationId xmlns:p14="http://schemas.microsoft.com/office/powerpoint/2010/main" val="88569504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2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3" grpId="0" animBg="1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>
            <a:extLst>
              <a:ext uri="{FF2B5EF4-FFF2-40B4-BE49-F238E27FC236}">
                <a16:creationId xmlns:a16="http://schemas.microsoft.com/office/drawing/2014/main" id="{83DEC974-D91B-4A51-851B-8EA0FABDE62B}"/>
              </a:ext>
            </a:extLst>
          </p:cNvPr>
          <p:cNvSpPr txBox="1"/>
          <p:nvPr/>
        </p:nvSpPr>
        <p:spPr>
          <a:xfrm>
            <a:off x="0" y="0"/>
            <a:ext cx="2448272" cy="830997"/>
          </a:xfrm>
          <a:prstGeom prst="rect">
            <a:avLst/>
          </a:prstGeom>
          <a:ln/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zh-CN" altLang="en-US" sz="2400" dirty="0"/>
              <a:t>弗洛伊德</a:t>
            </a:r>
            <a:endParaRPr lang="en-US" altLang="zh-CN" sz="2400" dirty="0"/>
          </a:p>
          <a:p>
            <a:pPr algn="ctr"/>
            <a:r>
              <a:rPr lang="zh-CN" altLang="en-US" sz="2400" dirty="0"/>
              <a:t>心理动力论</a:t>
            </a:r>
          </a:p>
        </p:txBody>
      </p:sp>
      <p:sp>
        <p:nvSpPr>
          <p:cNvPr id="3" name="文本框 2">
            <a:extLst>
              <a:ext uri="{FF2B5EF4-FFF2-40B4-BE49-F238E27FC236}">
                <a16:creationId xmlns:a16="http://schemas.microsoft.com/office/drawing/2014/main" id="{63375156-AA39-4CB9-894A-1605C2596513}"/>
              </a:ext>
            </a:extLst>
          </p:cNvPr>
          <p:cNvSpPr txBox="1"/>
          <p:nvPr/>
        </p:nvSpPr>
        <p:spPr>
          <a:xfrm>
            <a:off x="0" y="1131590"/>
            <a:ext cx="9144000" cy="230832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自我（</a:t>
            </a:r>
            <a:r>
              <a:rPr lang="en-US" altLang="zh-CN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ego</a:t>
            </a:r>
            <a:r>
              <a:rPr lang="zh-CN" altLang="en-US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）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：</a:t>
            </a:r>
            <a:endParaRPr lang="en-US" altLang="zh-CN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285750" indent="-285750">
              <a:buFont typeface="Wingdings" panose="05000000000000000000" pitchFamily="2" charset="2"/>
              <a:buChar char="l"/>
            </a:pP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自我是人格的心理组成部分，是从本我中逐渐分化出来的，位于人格结构的中间层。</a:t>
            </a:r>
            <a:endParaRPr lang="en-US" altLang="zh-CN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285750" indent="-285750">
              <a:buFont typeface="Wingdings" panose="05000000000000000000" pitchFamily="2" charset="2"/>
              <a:buChar char="l"/>
            </a:pP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其作用主要是调节本我与超我之间的矛盾，它一方面调节着本我，一方面又受制于超我。</a:t>
            </a:r>
            <a:endParaRPr lang="en-US" altLang="zh-CN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285750" indent="-285750">
              <a:buFont typeface="Wingdings" panose="05000000000000000000" pitchFamily="2" charset="2"/>
              <a:buChar char="l"/>
            </a:pP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它遵循现实原则，以合理的方式来满足本我的要求。这里，现实原则暂时中止了快乐原则。由此，个体学会区分心灵中的思想与围绕着个体的外在世界的思想。自我在自身和其环境中进行调节。</a:t>
            </a:r>
            <a:endParaRPr lang="en-US" altLang="zh-CN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285750" indent="-285750">
              <a:buFont typeface="Wingdings" panose="05000000000000000000" pitchFamily="2" charset="2"/>
              <a:buChar char="l"/>
            </a:pP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自我是人格的执行者，是自己意识的存在和觉醒。</a:t>
            </a:r>
          </a:p>
        </p:txBody>
      </p:sp>
    </p:spTree>
    <p:extLst>
      <p:ext uri="{BB962C8B-B14F-4D97-AF65-F5344CB8AC3E}">
        <p14:creationId xmlns:p14="http://schemas.microsoft.com/office/powerpoint/2010/main" val="362427823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2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alphaModFix amt="98000"/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任意多边形: 形状 6">
            <a:extLst>
              <a:ext uri="{FF2B5EF4-FFF2-40B4-BE49-F238E27FC236}">
                <a16:creationId xmlns:a16="http://schemas.microsoft.com/office/drawing/2014/main" id="{FB3931B0-B55B-4704-8314-35B799EDA0D4}"/>
              </a:ext>
            </a:extLst>
          </p:cNvPr>
          <p:cNvSpPr/>
          <p:nvPr/>
        </p:nvSpPr>
        <p:spPr>
          <a:xfrm>
            <a:off x="3041830" y="285807"/>
            <a:ext cx="3060340" cy="4571886"/>
          </a:xfrm>
          <a:custGeom>
            <a:avLst/>
            <a:gdLst/>
            <a:ahLst/>
            <a:cxnLst/>
            <a:rect l="l" t="t" r="r" b="b"/>
            <a:pathLst>
              <a:path w="3060340" h="4571886">
                <a:moveTo>
                  <a:pt x="1623485" y="3973725"/>
                </a:moveTo>
                <a:lnTo>
                  <a:pt x="1714122" y="3973725"/>
                </a:lnTo>
                <a:lnTo>
                  <a:pt x="1714122" y="4005872"/>
                </a:lnTo>
                <a:lnTo>
                  <a:pt x="1623485" y="4005872"/>
                </a:lnTo>
                <a:close/>
                <a:moveTo>
                  <a:pt x="1162267" y="3915683"/>
                </a:moveTo>
                <a:lnTo>
                  <a:pt x="1185484" y="3915683"/>
                </a:lnTo>
                <a:lnTo>
                  <a:pt x="1185484" y="4046502"/>
                </a:lnTo>
                <a:lnTo>
                  <a:pt x="1162267" y="4046502"/>
                </a:lnTo>
                <a:close/>
                <a:moveTo>
                  <a:pt x="701942" y="3915683"/>
                </a:moveTo>
                <a:lnTo>
                  <a:pt x="730963" y="3915683"/>
                </a:lnTo>
                <a:lnTo>
                  <a:pt x="730963" y="4053646"/>
                </a:lnTo>
                <a:lnTo>
                  <a:pt x="701942" y="4053646"/>
                </a:lnTo>
                <a:close/>
                <a:moveTo>
                  <a:pt x="1623485" y="3893358"/>
                </a:moveTo>
                <a:lnTo>
                  <a:pt x="1714122" y="3893358"/>
                </a:lnTo>
                <a:lnTo>
                  <a:pt x="1714122" y="3925505"/>
                </a:lnTo>
                <a:lnTo>
                  <a:pt x="1623485" y="3925505"/>
                </a:lnTo>
                <a:close/>
                <a:moveTo>
                  <a:pt x="2171768" y="3871481"/>
                </a:moveTo>
                <a:lnTo>
                  <a:pt x="2171768" y="3929524"/>
                </a:lnTo>
                <a:lnTo>
                  <a:pt x="2303928" y="3929524"/>
                </a:lnTo>
                <a:lnTo>
                  <a:pt x="2303928" y="4057665"/>
                </a:lnTo>
                <a:cubicBezTo>
                  <a:pt x="2303928" y="4080584"/>
                  <a:pt x="2293063" y="4092044"/>
                  <a:pt x="2271334" y="4092044"/>
                </a:cubicBezTo>
                <a:cubicBezTo>
                  <a:pt x="2253475" y="4092044"/>
                  <a:pt x="2229067" y="4091002"/>
                  <a:pt x="2198111" y="4088918"/>
                </a:cubicBezTo>
                <a:cubicBezTo>
                  <a:pt x="2204957" y="4110945"/>
                  <a:pt x="2210463" y="4131781"/>
                  <a:pt x="2214631" y="4151426"/>
                </a:cubicBezTo>
                <a:cubicBezTo>
                  <a:pt x="2254517" y="4150980"/>
                  <a:pt x="2284617" y="4150087"/>
                  <a:pt x="2304932" y="4148747"/>
                </a:cubicBezTo>
                <a:cubicBezTo>
                  <a:pt x="2325247" y="4147408"/>
                  <a:pt x="2340949" y="4140450"/>
                  <a:pt x="2352036" y="4127874"/>
                </a:cubicBezTo>
                <a:cubicBezTo>
                  <a:pt x="2363124" y="4115298"/>
                  <a:pt x="2368668" y="4097104"/>
                  <a:pt x="2368668" y="4073291"/>
                </a:cubicBezTo>
                <a:lnTo>
                  <a:pt x="2368668" y="3929524"/>
                </a:lnTo>
                <a:lnTo>
                  <a:pt x="2438319" y="3929524"/>
                </a:lnTo>
                <a:lnTo>
                  <a:pt x="2438319" y="3871481"/>
                </a:lnTo>
                <a:close/>
                <a:moveTo>
                  <a:pt x="1806544" y="3846477"/>
                </a:moveTo>
                <a:lnTo>
                  <a:pt x="1806544" y="4059004"/>
                </a:lnTo>
                <a:lnTo>
                  <a:pt x="1862355" y="4059004"/>
                </a:lnTo>
                <a:lnTo>
                  <a:pt x="1862355" y="3846477"/>
                </a:lnTo>
                <a:close/>
                <a:moveTo>
                  <a:pt x="1562764" y="3838887"/>
                </a:moveTo>
                <a:lnTo>
                  <a:pt x="1562764" y="4150087"/>
                </a:lnTo>
                <a:lnTo>
                  <a:pt x="1623485" y="4150087"/>
                </a:lnTo>
                <a:lnTo>
                  <a:pt x="1623485" y="4054093"/>
                </a:lnTo>
                <a:lnTo>
                  <a:pt x="1714122" y="4054093"/>
                </a:lnTo>
                <a:lnTo>
                  <a:pt x="1714122" y="4068380"/>
                </a:lnTo>
                <a:cubicBezTo>
                  <a:pt x="1714122" y="4084751"/>
                  <a:pt x="1706829" y="4092937"/>
                  <a:pt x="1692244" y="4092937"/>
                </a:cubicBezTo>
                <a:cubicBezTo>
                  <a:pt x="1688077" y="4092937"/>
                  <a:pt x="1674682" y="4092341"/>
                  <a:pt x="1652060" y="4091151"/>
                </a:cubicBezTo>
                <a:cubicBezTo>
                  <a:pt x="1655632" y="4105141"/>
                  <a:pt x="1659799" y="4124935"/>
                  <a:pt x="1664562" y="4150533"/>
                </a:cubicBezTo>
                <a:cubicBezTo>
                  <a:pt x="1687481" y="4150384"/>
                  <a:pt x="1707127" y="4149678"/>
                  <a:pt x="1723498" y="4148412"/>
                </a:cubicBezTo>
                <a:cubicBezTo>
                  <a:pt x="1739869" y="4147147"/>
                  <a:pt x="1752519" y="4141380"/>
                  <a:pt x="1761449" y="4131111"/>
                </a:cubicBezTo>
                <a:cubicBezTo>
                  <a:pt x="1770379" y="4120842"/>
                  <a:pt x="1774844" y="4106034"/>
                  <a:pt x="1774844" y="4086686"/>
                </a:cubicBezTo>
                <a:lnTo>
                  <a:pt x="1774844" y="3838887"/>
                </a:lnTo>
                <a:close/>
                <a:moveTo>
                  <a:pt x="1894948" y="3833529"/>
                </a:moveTo>
                <a:lnTo>
                  <a:pt x="1894948" y="4061236"/>
                </a:lnTo>
                <a:cubicBezTo>
                  <a:pt x="1894948" y="4079989"/>
                  <a:pt x="1886316" y="4089365"/>
                  <a:pt x="1869052" y="4089365"/>
                </a:cubicBezTo>
                <a:cubicBezTo>
                  <a:pt x="1855062" y="4089365"/>
                  <a:pt x="1834524" y="4088770"/>
                  <a:pt x="1807437" y="4087579"/>
                </a:cubicBezTo>
                <a:cubicBezTo>
                  <a:pt x="1813390" y="4112284"/>
                  <a:pt x="1817706" y="4133269"/>
                  <a:pt x="1820385" y="4150533"/>
                </a:cubicBezTo>
                <a:cubicBezTo>
                  <a:pt x="1861164" y="4150533"/>
                  <a:pt x="1889441" y="4149454"/>
                  <a:pt x="1905217" y="4147296"/>
                </a:cubicBezTo>
                <a:cubicBezTo>
                  <a:pt x="1920993" y="4145138"/>
                  <a:pt x="1933271" y="4138478"/>
                  <a:pt x="1942052" y="4127316"/>
                </a:cubicBezTo>
                <a:cubicBezTo>
                  <a:pt x="1950833" y="4116154"/>
                  <a:pt x="1955223" y="4100527"/>
                  <a:pt x="1955223" y="4080435"/>
                </a:cubicBezTo>
                <a:lnTo>
                  <a:pt x="1955223" y="3833529"/>
                </a:lnTo>
                <a:close/>
                <a:moveTo>
                  <a:pt x="2113279" y="3828172"/>
                </a:moveTo>
                <a:cubicBezTo>
                  <a:pt x="2079048" y="3877880"/>
                  <a:pt x="2039014" y="3922529"/>
                  <a:pt x="1993174" y="3962117"/>
                </a:cubicBezTo>
                <a:cubicBezTo>
                  <a:pt x="2003592" y="3986822"/>
                  <a:pt x="2011778" y="4007509"/>
                  <a:pt x="2017731" y="4024178"/>
                </a:cubicBezTo>
                <a:cubicBezTo>
                  <a:pt x="2032614" y="4011379"/>
                  <a:pt x="2046901" y="3998357"/>
                  <a:pt x="2060594" y="3985111"/>
                </a:cubicBezTo>
                <a:lnTo>
                  <a:pt x="2060594" y="4149640"/>
                </a:lnTo>
                <a:lnTo>
                  <a:pt x="2122655" y="4149640"/>
                </a:lnTo>
                <a:lnTo>
                  <a:pt x="2122655" y="3918138"/>
                </a:lnTo>
                <a:cubicBezTo>
                  <a:pt x="2138133" y="3899683"/>
                  <a:pt x="2152420" y="3880857"/>
                  <a:pt x="2165517" y="3861658"/>
                </a:cubicBezTo>
                <a:close/>
                <a:moveTo>
                  <a:pt x="1321216" y="3820135"/>
                </a:moveTo>
                <a:lnTo>
                  <a:pt x="1321216" y="3871927"/>
                </a:lnTo>
                <a:lnTo>
                  <a:pt x="1352469" y="3871927"/>
                </a:lnTo>
                <a:cubicBezTo>
                  <a:pt x="1353958" y="3983250"/>
                  <a:pt x="1334164" y="4067487"/>
                  <a:pt x="1293087" y="4124637"/>
                </a:cubicBezTo>
                <a:cubicBezTo>
                  <a:pt x="1310053" y="4134460"/>
                  <a:pt x="1327615" y="4144878"/>
                  <a:pt x="1345772" y="4155891"/>
                </a:cubicBezTo>
                <a:cubicBezTo>
                  <a:pt x="1377026" y="4106183"/>
                  <a:pt x="1395481" y="4044121"/>
                  <a:pt x="1401136" y="3969707"/>
                </a:cubicBezTo>
                <a:lnTo>
                  <a:pt x="1452035" y="3969707"/>
                </a:lnTo>
                <a:cubicBezTo>
                  <a:pt x="1451738" y="4000961"/>
                  <a:pt x="1450696" y="4031620"/>
                  <a:pt x="1448910" y="4061683"/>
                </a:cubicBezTo>
                <a:cubicBezTo>
                  <a:pt x="1448017" y="4082519"/>
                  <a:pt x="1439236" y="4092937"/>
                  <a:pt x="1422567" y="4092937"/>
                </a:cubicBezTo>
                <a:cubicBezTo>
                  <a:pt x="1407685" y="4092937"/>
                  <a:pt x="1395034" y="4092193"/>
                  <a:pt x="1384616" y="4090704"/>
                </a:cubicBezTo>
                <a:cubicBezTo>
                  <a:pt x="1388783" y="4108564"/>
                  <a:pt x="1392355" y="4127316"/>
                  <a:pt x="1395332" y="4146961"/>
                </a:cubicBezTo>
                <a:cubicBezTo>
                  <a:pt x="1410215" y="4146961"/>
                  <a:pt x="1423163" y="4146961"/>
                  <a:pt x="1434176" y="4146961"/>
                </a:cubicBezTo>
                <a:cubicBezTo>
                  <a:pt x="1476741" y="4146961"/>
                  <a:pt x="1498916" y="4123149"/>
                  <a:pt x="1500702" y="4075524"/>
                </a:cubicBezTo>
                <a:cubicBezTo>
                  <a:pt x="1502488" y="4039210"/>
                  <a:pt x="1503976" y="3986971"/>
                  <a:pt x="1505167" y="3918808"/>
                </a:cubicBezTo>
                <a:lnTo>
                  <a:pt x="1405155" y="3918808"/>
                </a:lnTo>
                <a:cubicBezTo>
                  <a:pt x="1406048" y="3903925"/>
                  <a:pt x="1406643" y="3888298"/>
                  <a:pt x="1406941" y="3871927"/>
                </a:cubicBezTo>
                <a:lnTo>
                  <a:pt x="1516776" y="3871927"/>
                </a:lnTo>
                <a:lnTo>
                  <a:pt x="1516776" y="3820135"/>
                </a:lnTo>
                <a:close/>
                <a:moveTo>
                  <a:pt x="910003" y="3798257"/>
                </a:moveTo>
                <a:cubicBezTo>
                  <a:pt x="910003" y="3827130"/>
                  <a:pt x="910450" y="3853919"/>
                  <a:pt x="911343" y="3878624"/>
                </a:cubicBezTo>
                <a:lnTo>
                  <a:pt x="858658" y="3878624"/>
                </a:lnTo>
                <a:lnTo>
                  <a:pt x="858658" y="3802722"/>
                </a:lnTo>
                <a:cubicBezTo>
                  <a:pt x="876219" y="3801234"/>
                  <a:pt x="893335" y="3799745"/>
                  <a:pt x="910003" y="3798257"/>
                </a:cubicBezTo>
                <a:close/>
                <a:moveTo>
                  <a:pt x="633630" y="3744679"/>
                </a:moveTo>
                <a:lnTo>
                  <a:pt x="633630" y="3794685"/>
                </a:lnTo>
                <a:lnTo>
                  <a:pt x="676939" y="3794685"/>
                </a:lnTo>
                <a:cubicBezTo>
                  <a:pt x="665032" y="3847966"/>
                  <a:pt x="645387" y="3894549"/>
                  <a:pt x="618003" y="3934435"/>
                </a:cubicBezTo>
                <a:cubicBezTo>
                  <a:pt x="628421" y="3956164"/>
                  <a:pt x="636160" y="3979083"/>
                  <a:pt x="641220" y="4003193"/>
                </a:cubicBezTo>
                <a:cubicBezTo>
                  <a:pt x="645982" y="3996347"/>
                  <a:pt x="650745" y="3989352"/>
                  <a:pt x="655507" y="3982209"/>
                </a:cubicBezTo>
                <a:lnTo>
                  <a:pt x="655507" y="4130441"/>
                </a:lnTo>
                <a:lnTo>
                  <a:pt x="705514" y="4130441"/>
                </a:lnTo>
                <a:lnTo>
                  <a:pt x="705514" y="4102313"/>
                </a:lnTo>
                <a:lnTo>
                  <a:pt x="776505" y="4102313"/>
                </a:lnTo>
                <a:lnTo>
                  <a:pt x="776505" y="3867016"/>
                </a:lnTo>
                <a:lnTo>
                  <a:pt x="711318" y="3867016"/>
                </a:lnTo>
                <a:cubicBezTo>
                  <a:pt x="719652" y="3843799"/>
                  <a:pt x="726796" y="3819688"/>
                  <a:pt x="732749" y="3794685"/>
                </a:cubicBezTo>
                <a:lnTo>
                  <a:pt x="789899" y="3794685"/>
                </a:lnTo>
                <a:lnTo>
                  <a:pt x="789899" y="3744679"/>
                </a:lnTo>
                <a:close/>
                <a:moveTo>
                  <a:pt x="2186502" y="3743786"/>
                </a:moveTo>
                <a:lnTo>
                  <a:pt x="2186502" y="3801829"/>
                </a:lnTo>
                <a:lnTo>
                  <a:pt x="2418674" y="3801829"/>
                </a:lnTo>
                <a:lnTo>
                  <a:pt x="2418674" y="3743786"/>
                </a:lnTo>
                <a:close/>
                <a:moveTo>
                  <a:pt x="1259154" y="3732177"/>
                </a:moveTo>
                <a:lnTo>
                  <a:pt x="1259154" y="3903627"/>
                </a:lnTo>
                <a:cubicBezTo>
                  <a:pt x="1259154" y="3978637"/>
                  <a:pt x="1250671" y="4038763"/>
                  <a:pt x="1233705" y="4084007"/>
                </a:cubicBezTo>
                <a:lnTo>
                  <a:pt x="1233705" y="3867016"/>
                </a:lnTo>
                <a:lnTo>
                  <a:pt x="1169411" y="3867016"/>
                </a:lnTo>
                <a:cubicBezTo>
                  <a:pt x="1178043" y="3843799"/>
                  <a:pt x="1185335" y="3819688"/>
                  <a:pt x="1191289" y="3794685"/>
                </a:cubicBezTo>
                <a:lnTo>
                  <a:pt x="1242634" y="3794685"/>
                </a:lnTo>
                <a:lnTo>
                  <a:pt x="1242634" y="3744679"/>
                </a:lnTo>
                <a:lnTo>
                  <a:pt x="1089937" y="3744679"/>
                </a:lnTo>
                <a:lnTo>
                  <a:pt x="1089937" y="3794685"/>
                </a:lnTo>
                <a:lnTo>
                  <a:pt x="1135032" y="3794685"/>
                </a:lnTo>
                <a:cubicBezTo>
                  <a:pt x="1123125" y="3847668"/>
                  <a:pt x="1103182" y="3894251"/>
                  <a:pt x="1075203" y="3934435"/>
                </a:cubicBezTo>
                <a:cubicBezTo>
                  <a:pt x="1085025" y="3955271"/>
                  <a:pt x="1092913" y="3978190"/>
                  <a:pt x="1098866" y="4003193"/>
                </a:cubicBezTo>
                <a:cubicBezTo>
                  <a:pt x="1103629" y="3996347"/>
                  <a:pt x="1108391" y="3989204"/>
                  <a:pt x="1113154" y="3981762"/>
                </a:cubicBezTo>
                <a:lnTo>
                  <a:pt x="1113154" y="4130441"/>
                </a:lnTo>
                <a:lnTo>
                  <a:pt x="1162267" y="4130441"/>
                </a:lnTo>
                <a:lnTo>
                  <a:pt x="1162267" y="4095169"/>
                </a:lnTo>
                <a:lnTo>
                  <a:pt x="1228793" y="4095169"/>
                </a:lnTo>
                <a:cubicBezTo>
                  <a:pt x="1227007" y="4099634"/>
                  <a:pt x="1225073" y="4103950"/>
                  <a:pt x="1222989" y="4108117"/>
                </a:cubicBezTo>
                <a:cubicBezTo>
                  <a:pt x="1239360" y="4124786"/>
                  <a:pt x="1253499" y="4140264"/>
                  <a:pt x="1265405" y="4154552"/>
                </a:cubicBezTo>
                <a:cubicBezTo>
                  <a:pt x="1297849" y="4098295"/>
                  <a:pt x="1313923" y="4011974"/>
                  <a:pt x="1313625" y="3895591"/>
                </a:cubicBezTo>
                <a:lnTo>
                  <a:pt x="1313625" y="3783970"/>
                </a:lnTo>
                <a:lnTo>
                  <a:pt x="1518562" y="3783970"/>
                </a:lnTo>
                <a:lnTo>
                  <a:pt x="1518562" y="3732177"/>
                </a:lnTo>
                <a:close/>
                <a:moveTo>
                  <a:pt x="1037251" y="3727713"/>
                </a:moveTo>
                <a:cubicBezTo>
                  <a:pt x="960754" y="3738131"/>
                  <a:pt x="882768" y="3746167"/>
                  <a:pt x="803294" y="3751823"/>
                </a:cubicBezTo>
                <a:lnTo>
                  <a:pt x="803294" y="4032661"/>
                </a:lnTo>
                <a:cubicBezTo>
                  <a:pt x="803294" y="4058855"/>
                  <a:pt x="797192" y="4078352"/>
                  <a:pt x="784988" y="4091151"/>
                </a:cubicBezTo>
                <a:lnTo>
                  <a:pt x="816688" y="4140711"/>
                </a:lnTo>
                <a:cubicBezTo>
                  <a:pt x="825023" y="4133269"/>
                  <a:pt x="838864" y="4123298"/>
                  <a:pt x="858211" y="4110796"/>
                </a:cubicBezTo>
                <a:cubicBezTo>
                  <a:pt x="866843" y="4124488"/>
                  <a:pt x="876368" y="4140264"/>
                  <a:pt x="886786" y="4158124"/>
                </a:cubicBezTo>
                <a:lnTo>
                  <a:pt x="934114" y="4129102"/>
                </a:lnTo>
                <a:cubicBezTo>
                  <a:pt x="923398" y="4112433"/>
                  <a:pt x="913426" y="4097253"/>
                  <a:pt x="904199" y="4083561"/>
                </a:cubicBezTo>
                <a:cubicBezTo>
                  <a:pt x="909855" y="4080286"/>
                  <a:pt x="915659" y="4076863"/>
                  <a:pt x="921612" y="4073291"/>
                </a:cubicBezTo>
                <a:cubicBezTo>
                  <a:pt x="917742" y="4050372"/>
                  <a:pt x="915510" y="4030131"/>
                  <a:pt x="914915" y="4012570"/>
                </a:cubicBezTo>
                <a:cubicBezTo>
                  <a:pt x="891698" y="4026559"/>
                  <a:pt x="872945" y="4037870"/>
                  <a:pt x="858658" y="4046502"/>
                </a:cubicBezTo>
                <a:lnTo>
                  <a:pt x="858658" y="3933988"/>
                </a:lnTo>
                <a:lnTo>
                  <a:pt x="914468" y="3933988"/>
                </a:lnTo>
                <a:cubicBezTo>
                  <a:pt x="919528" y="4007807"/>
                  <a:pt x="929500" y="4060790"/>
                  <a:pt x="944383" y="4092937"/>
                </a:cubicBezTo>
                <a:cubicBezTo>
                  <a:pt x="958670" y="4128953"/>
                  <a:pt x="981739" y="4146813"/>
                  <a:pt x="1013588" y="4146515"/>
                </a:cubicBezTo>
                <a:cubicBezTo>
                  <a:pt x="1034721" y="4143836"/>
                  <a:pt x="1049158" y="4129549"/>
                  <a:pt x="1056897" y="4103652"/>
                </a:cubicBezTo>
                <a:cubicBezTo>
                  <a:pt x="1061957" y="4079542"/>
                  <a:pt x="1066124" y="4051563"/>
                  <a:pt x="1069398" y="4019713"/>
                </a:cubicBezTo>
                <a:cubicBezTo>
                  <a:pt x="1053623" y="4012867"/>
                  <a:pt x="1038591" y="4005128"/>
                  <a:pt x="1024303" y="3996496"/>
                </a:cubicBezTo>
                <a:cubicBezTo>
                  <a:pt x="1022517" y="4022392"/>
                  <a:pt x="1020732" y="4041442"/>
                  <a:pt x="1018946" y="4053646"/>
                </a:cubicBezTo>
                <a:cubicBezTo>
                  <a:pt x="1016564" y="4070613"/>
                  <a:pt x="1013290" y="4079096"/>
                  <a:pt x="1009123" y="4079096"/>
                </a:cubicBezTo>
                <a:cubicBezTo>
                  <a:pt x="1002872" y="4079393"/>
                  <a:pt x="997366" y="4073589"/>
                  <a:pt x="992603" y="4061683"/>
                </a:cubicBezTo>
                <a:cubicBezTo>
                  <a:pt x="982483" y="4036680"/>
                  <a:pt x="975339" y="3994115"/>
                  <a:pt x="971172" y="3933988"/>
                </a:cubicBezTo>
                <a:lnTo>
                  <a:pt x="1062255" y="3933988"/>
                </a:lnTo>
                <a:lnTo>
                  <a:pt x="1062255" y="3878624"/>
                </a:lnTo>
                <a:lnTo>
                  <a:pt x="968046" y="3878624"/>
                </a:lnTo>
                <a:cubicBezTo>
                  <a:pt x="967153" y="3852728"/>
                  <a:pt x="966558" y="3824153"/>
                  <a:pt x="966260" y="3792899"/>
                </a:cubicBezTo>
                <a:cubicBezTo>
                  <a:pt x="995728" y="3789625"/>
                  <a:pt x="1024155" y="3786351"/>
                  <a:pt x="1051539" y="3783077"/>
                </a:cubicBezTo>
                <a:close/>
                <a:moveTo>
                  <a:pt x="2106135" y="3712086"/>
                </a:moveTo>
                <a:cubicBezTo>
                  <a:pt x="2082323" y="3742149"/>
                  <a:pt x="2045413" y="3776231"/>
                  <a:pt x="1995407" y="3814331"/>
                </a:cubicBezTo>
                <a:cubicBezTo>
                  <a:pt x="2010885" y="3832785"/>
                  <a:pt x="2024131" y="3850347"/>
                  <a:pt x="2035144" y="3867016"/>
                </a:cubicBezTo>
                <a:cubicBezTo>
                  <a:pt x="2086936" y="3825641"/>
                  <a:pt x="2128459" y="3786797"/>
                  <a:pt x="2159713" y="3750483"/>
                </a:cubicBezTo>
                <a:cubicBezTo>
                  <a:pt x="2143044" y="3737982"/>
                  <a:pt x="2125185" y="3725183"/>
                  <a:pt x="2106135" y="3712086"/>
                </a:cubicBezTo>
                <a:close/>
                <a:moveTo>
                  <a:pt x="1678403" y="3711193"/>
                </a:moveTo>
                <a:lnTo>
                  <a:pt x="1611430" y="3729499"/>
                </a:lnTo>
                <a:cubicBezTo>
                  <a:pt x="1618574" y="3740065"/>
                  <a:pt x="1625495" y="3750781"/>
                  <a:pt x="1632192" y="3761645"/>
                </a:cubicBezTo>
                <a:lnTo>
                  <a:pt x="1537314" y="3761645"/>
                </a:lnTo>
                <a:lnTo>
                  <a:pt x="1537314" y="3814331"/>
                </a:lnTo>
                <a:lnTo>
                  <a:pt x="1979780" y="3814331"/>
                </a:lnTo>
                <a:lnTo>
                  <a:pt x="1979780" y="3761645"/>
                </a:lnTo>
                <a:lnTo>
                  <a:pt x="1879991" y="3761645"/>
                </a:lnTo>
                <a:cubicBezTo>
                  <a:pt x="1889367" y="3750930"/>
                  <a:pt x="1898371" y="3740214"/>
                  <a:pt x="1907003" y="3729499"/>
                </a:cubicBezTo>
                <a:lnTo>
                  <a:pt x="1834226" y="3711193"/>
                </a:lnTo>
                <a:cubicBezTo>
                  <a:pt x="1823808" y="3728159"/>
                  <a:pt x="1812869" y="3744977"/>
                  <a:pt x="1801409" y="3761645"/>
                </a:cubicBezTo>
                <a:lnTo>
                  <a:pt x="1710773" y="3761645"/>
                </a:lnTo>
                <a:cubicBezTo>
                  <a:pt x="1700653" y="3745274"/>
                  <a:pt x="1689863" y="3728457"/>
                  <a:pt x="1678403" y="3711193"/>
                </a:cubicBezTo>
                <a:close/>
                <a:moveTo>
                  <a:pt x="1244197" y="3197884"/>
                </a:moveTo>
                <a:lnTo>
                  <a:pt x="1369213" y="3197884"/>
                </a:lnTo>
                <a:cubicBezTo>
                  <a:pt x="1356116" y="3213214"/>
                  <a:pt x="1339447" y="3226534"/>
                  <a:pt x="1319206" y="3237845"/>
                </a:cubicBezTo>
                <a:cubicBezTo>
                  <a:pt x="1282595" y="3229510"/>
                  <a:pt x="1252159" y="3223185"/>
                  <a:pt x="1227900" y="3218869"/>
                </a:cubicBezTo>
                <a:cubicBezTo>
                  <a:pt x="1233258" y="3212321"/>
                  <a:pt x="1238690" y="3205326"/>
                  <a:pt x="1244197" y="3197884"/>
                </a:cubicBezTo>
                <a:close/>
                <a:moveTo>
                  <a:pt x="628272" y="3121982"/>
                </a:moveTo>
                <a:lnTo>
                  <a:pt x="628272" y="3163952"/>
                </a:lnTo>
                <a:lnTo>
                  <a:pt x="800168" y="3163952"/>
                </a:lnTo>
                <a:lnTo>
                  <a:pt x="791908" y="3189848"/>
                </a:lnTo>
                <a:lnTo>
                  <a:pt x="663544" y="3189848"/>
                </a:lnTo>
                <a:lnTo>
                  <a:pt x="663544" y="3331830"/>
                </a:lnTo>
                <a:lnTo>
                  <a:pt x="718908" y="3331830"/>
                </a:lnTo>
                <a:lnTo>
                  <a:pt x="718908" y="3230924"/>
                </a:lnTo>
                <a:lnTo>
                  <a:pt x="767128" y="3230924"/>
                </a:lnTo>
                <a:lnTo>
                  <a:pt x="767128" y="3321114"/>
                </a:lnTo>
                <a:lnTo>
                  <a:pt x="821153" y="3321114"/>
                </a:lnTo>
                <a:lnTo>
                  <a:pt x="821153" y="3230924"/>
                </a:lnTo>
                <a:lnTo>
                  <a:pt x="869373" y="3230924"/>
                </a:lnTo>
                <a:lnTo>
                  <a:pt x="869373" y="3321114"/>
                </a:lnTo>
                <a:lnTo>
                  <a:pt x="923398" y="3321114"/>
                </a:lnTo>
                <a:lnTo>
                  <a:pt x="923398" y="3230924"/>
                </a:lnTo>
                <a:lnTo>
                  <a:pt x="971618" y="3230924"/>
                </a:lnTo>
                <a:lnTo>
                  <a:pt x="971618" y="3264857"/>
                </a:lnTo>
                <a:cubicBezTo>
                  <a:pt x="971618" y="3277359"/>
                  <a:pt x="966409" y="3283609"/>
                  <a:pt x="955991" y="3283609"/>
                </a:cubicBezTo>
                <a:cubicBezTo>
                  <a:pt x="946764" y="3283609"/>
                  <a:pt x="936495" y="3283312"/>
                  <a:pt x="925184" y="3282716"/>
                </a:cubicBezTo>
                <a:cubicBezTo>
                  <a:pt x="928160" y="3299385"/>
                  <a:pt x="930691" y="3316649"/>
                  <a:pt x="932774" y="3334509"/>
                </a:cubicBezTo>
                <a:lnTo>
                  <a:pt x="977423" y="3334509"/>
                </a:lnTo>
                <a:cubicBezTo>
                  <a:pt x="1010165" y="3334509"/>
                  <a:pt x="1026536" y="3317840"/>
                  <a:pt x="1026536" y="3284502"/>
                </a:cubicBezTo>
                <a:lnTo>
                  <a:pt x="1026536" y="3189848"/>
                </a:lnTo>
                <a:lnTo>
                  <a:pt x="844593" y="3189848"/>
                </a:lnTo>
                <a:lnTo>
                  <a:pt x="853077" y="3163952"/>
                </a:lnTo>
                <a:lnTo>
                  <a:pt x="1060469" y="3163952"/>
                </a:lnTo>
                <a:lnTo>
                  <a:pt x="1060469" y="3121982"/>
                </a:lnTo>
                <a:close/>
                <a:moveTo>
                  <a:pt x="892591" y="3075101"/>
                </a:moveTo>
                <a:lnTo>
                  <a:pt x="892591" y="3103230"/>
                </a:lnTo>
                <a:lnTo>
                  <a:pt x="1007783" y="3103230"/>
                </a:lnTo>
                <a:lnTo>
                  <a:pt x="1007783" y="3075101"/>
                </a:lnTo>
                <a:close/>
                <a:moveTo>
                  <a:pt x="680957" y="3075101"/>
                </a:moveTo>
                <a:lnTo>
                  <a:pt x="680957" y="3103230"/>
                </a:lnTo>
                <a:lnTo>
                  <a:pt x="797043" y="3103230"/>
                </a:lnTo>
                <a:lnTo>
                  <a:pt x="797043" y="3075101"/>
                </a:lnTo>
                <a:close/>
                <a:moveTo>
                  <a:pt x="1384616" y="3035364"/>
                </a:moveTo>
                <a:lnTo>
                  <a:pt x="1443999" y="3035364"/>
                </a:lnTo>
                <a:lnTo>
                  <a:pt x="1443999" y="3075548"/>
                </a:lnTo>
                <a:lnTo>
                  <a:pt x="1384616" y="3075548"/>
                </a:lnTo>
                <a:close/>
                <a:moveTo>
                  <a:pt x="1271656" y="3035364"/>
                </a:moveTo>
                <a:lnTo>
                  <a:pt x="1331038" y="3035364"/>
                </a:lnTo>
                <a:lnTo>
                  <a:pt x="1331038" y="3075548"/>
                </a:lnTo>
                <a:lnTo>
                  <a:pt x="1271656" y="3075548"/>
                </a:lnTo>
                <a:close/>
                <a:moveTo>
                  <a:pt x="1158695" y="3035364"/>
                </a:moveTo>
                <a:lnTo>
                  <a:pt x="1218078" y="3035364"/>
                </a:lnTo>
                <a:lnTo>
                  <a:pt x="1218078" y="3075548"/>
                </a:lnTo>
                <a:lnTo>
                  <a:pt x="1158695" y="3075548"/>
                </a:lnTo>
                <a:close/>
                <a:moveTo>
                  <a:pt x="892591" y="3029560"/>
                </a:moveTo>
                <a:lnTo>
                  <a:pt x="892591" y="3057242"/>
                </a:lnTo>
                <a:lnTo>
                  <a:pt x="989924" y="3057242"/>
                </a:lnTo>
                <a:lnTo>
                  <a:pt x="989924" y="3029560"/>
                </a:lnTo>
                <a:close/>
                <a:moveTo>
                  <a:pt x="698816" y="3029560"/>
                </a:moveTo>
                <a:lnTo>
                  <a:pt x="698816" y="3057242"/>
                </a:lnTo>
                <a:lnTo>
                  <a:pt x="797043" y="3057242"/>
                </a:lnTo>
                <a:lnTo>
                  <a:pt x="797043" y="3029560"/>
                </a:lnTo>
                <a:close/>
                <a:moveTo>
                  <a:pt x="2148104" y="3009468"/>
                </a:moveTo>
                <a:lnTo>
                  <a:pt x="2148104" y="3330490"/>
                </a:lnTo>
                <a:lnTo>
                  <a:pt x="2207487" y="3330490"/>
                </a:lnTo>
                <a:lnTo>
                  <a:pt x="2207487" y="3009468"/>
                </a:lnTo>
                <a:close/>
                <a:moveTo>
                  <a:pt x="1271656" y="2959015"/>
                </a:moveTo>
                <a:lnTo>
                  <a:pt x="1331038" y="2959015"/>
                </a:lnTo>
                <a:lnTo>
                  <a:pt x="1331038" y="2989823"/>
                </a:lnTo>
                <a:lnTo>
                  <a:pt x="1271656" y="2989823"/>
                </a:lnTo>
                <a:close/>
                <a:moveTo>
                  <a:pt x="2267762" y="2923297"/>
                </a:moveTo>
                <a:lnTo>
                  <a:pt x="2267762" y="2983125"/>
                </a:lnTo>
                <a:lnTo>
                  <a:pt x="2357952" y="2983125"/>
                </a:lnTo>
                <a:lnTo>
                  <a:pt x="2357952" y="3228245"/>
                </a:lnTo>
                <a:cubicBezTo>
                  <a:pt x="2357952" y="3239556"/>
                  <a:pt x="2355794" y="3248635"/>
                  <a:pt x="2351478" y="3255481"/>
                </a:cubicBezTo>
                <a:cubicBezTo>
                  <a:pt x="2347162" y="3262327"/>
                  <a:pt x="2341581" y="3266680"/>
                  <a:pt x="2334735" y="3268541"/>
                </a:cubicBezTo>
                <a:cubicBezTo>
                  <a:pt x="2327889" y="3270401"/>
                  <a:pt x="2315908" y="3271331"/>
                  <a:pt x="2298793" y="3271331"/>
                </a:cubicBezTo>
                <a:cubicBezTo>
                  <a:pt x="2283464" y="3271331"/>
                  <a:pt x="2267167" y="3270810"/>
                  <a:pt x="2249903" y="3269768"/>
                </a:cubicBezTo>
                <a:cubicBezTo>
                  <a:pt x="2256154" y="3290902"/>
                  <a:pt x="2261363" y="3311887"/>
                  <a:pt x="2265530" y="3332723"/>
                </a:cubicBezTo>
                <a:cubicBezTo>
                  <a:pt x="2307202" y="3332276"/>
                  <a:pt x="2337600" y="3331086"/>
                  <a:pt x="2356724" y="3329151"/>
                </a:cubicBezTo>
                <a:cubicBezTo>
                  <a:pt x="2375849" y="3327216"/>
                  <a:pt x="2390732" y="3319105"/>
                  <a:pt x="2401373" y="3304817"/>
                </a:cubicBezTo>
                <a:cubicBezTo>
                  <a:pt x="2412014" y="3290530"/>
                  <a:pt x="2417335" y="3269917"/>
                  <a:pt x="2417335" y="3242979"/>
                </a:cubicBezTo>
                <a:lnTo>
                  <a:pt x="2417335" y="2923297"/>
                </a:lnTo>
                <a:close/>
                <a:moveTo>
                  <a:pt x="1088597" y="2911688"/>
                </a:moveTo>
                <a:lnTo>
                  <a:pt x="1088597" y="2959015"/>
                </a:lnTo>
                <a:lnTo>
                  <a:pt x="1218078" y="2959015"/>
                </a:lnTo>
                <a:lnTo>
                  <a:pt x="1218078" y="2989823"/>
                </a:lnTo>
                <a:lnTo>
                  <a:pt x="1102438" y="2989823"/>
                </a:lnTo>
                <a:lnTo>
                  <a:pt x="1102438" y="3121089"/>
                </a:lnTo>
                <a:lnTo>
                  <a:pt x="1230356" y="3121089"/>
                </a:lnTo>
                <a:cubicBezTo>
                  <a:pt x="1224849" y="3130763"/>
                  <a:pt x="1218747" y="3140586"/>
                  <a:pt x="1212050" y="3150557"/>
                </a:cubicBezTo>
                <a:lnTo>
                  <a:pt x="1080560" y="3150557"/>
                </a:lnTo>
                <a:lnTo>
                  <a:pt x="1080560" y="3197884"/>
                </a:lnTo>
                <a:lnTo>
                  <a:pt x="1177224" y="3197884"/>
                </a:lnTo>
                <a:cubicBezTo>
                  <a:pt x="1165765" y="3212172"/>
                  <a:pt x="1153337" y="3226608"/>
                  <a:pt x="1139943" y="3241193"/>
                </a:cubicBezTo>
                <a:cubicBezTo>
                  <a:pt x="1171048" y="3246998"/>
                  <a:pt x="1206023" y="3255109"/>
                  <a:pt x="1244867" y="3265527"/>
                </a:cubicBezTo>
                <a:cubicBezTo>
                  <a:pt x="1202897" y="3275796"/>
                  <a:pt x="1152296" y="3282270"/>
                  <a:pt x="1093062" y="3284949"/>
                </a:cubicBezTo>
                <a:cubicBezTo>
                  <a:pt x="1102289" y="3303106"/>
                  <a:pt x="1109135" y="3320668"/>
                  <a:pt x="1113600" y="3337634"/>
                </a:cubicBezTo>
                <a:cubicBezTo>
                  <a:pt x="1197093" y="3330639"/>
                  <a:pt x="1266968" y="3314045"/>
                  <a:pt x="1323225" y="3287851"/>
                </a:cubicBezTo>
                <a:cubicBezTo>
                  <a:pt x="1369213" y="3301841"/>
                  <a:pt x="1419591" y="3318435"/>
                  <a:pt x="1474360" y="3337634"/>
                </a:cubicBezTo>
                <a:lnTo>
                  <a:pt x="1501595" y="3283163"/>
                </a:lnTo>
                <a:lnTo>
                  <a:pt x="1381714" y="3252802"/>
                </a:lnTo>
                <a:cubicBezTo>
                  <a:pt x="1402997" y="3236580"/>
                  <a:pt x="1421377" y="3218274"/>
                  <a:pt x="1436855" y="3197884"/>
                </a:cubicBezTo>
                <a:lnTo>
                  <a:pt x="1522134" y="3197884"/>
                </a:lnTo>
                <a:lnTo>
                  <a:pt x="1522134" y="3150557"/>
                </a:lnTo>
                <a:lnTo>
                  <a:pt x="1276790" y="3150557"/>
                </a:lnTo>
                <a:cubicBezTo>
                  <a:pt x="1282892" y="3141181"/>
                  <a:pt x="1289069" y="3131358"/>
                  <a:pt x="1295319" y="3121089"/>
                </a:cubicBezTo>
                <a:lnTo>
                  <a:pt x="1500256" y="3121089"/>
                </a:lnTo>
                <a:lnTo>
                  <a:pt x="1500256" y="2989823"/>
                </a:lnTo>
                <a:lnTo>
                  <a:pt x="1384616" y="2989823"/>
                </a:lnTo>
                <a:lnTo>
                  <a:pt x="1384616" y="2959015"/>
                </a:lnTo>
                <a:lnTo>
                  <a:pt x="1514543" y="2959015"/>
                </a:lnTo>
                <a:lnTo>
                  <a:pt x="1514543" y="2911688"/>
                </a:lnTo>
                <a:close/>
                <a:moveTo>
                  <a:pt x="657740" y="2909902"/>
                </a:moveTo>
                <a:lnTo>
                  <a:pt x="657740" y="2952318"/>
                </a:lnTo>
                <a:lnTo>
                  <a:pt x="817135" y="2952318"/>
                </a:lnTo>
                <a:lnTo>
                  <a:pt x="817135" y="2971070"/>
                </a:lnTo>
                <a:lnTo>
                  <a:pt x="638094" y="2971070"/>
                </a:lnTo>
                <a:lnTo>
                  <a:pt x="638094" y="3063046"/>
                </a:lnTo>
                <a:lnTo>
                  <a:pt x="687208" y="3063046"/>
                </a:lnTo>
                <a:lnTo>
                  <a:pt x="687208" y="3012147"/>
                </a:lnTo>
                <a:lnTo>
                  <a:pt x="817135" y="3012147"/>
                </a:lnTo>
                <a:lnTo>
                  <a:pt x="817135" y="3109481"/>
                </a:lnTo>
                <a:lnTo>
                  <a:pt x="871606" y="3109481"/>
                </a:lnTo>
                <a:lnTo>
                  <a:pt x="871606" y="3012147"/>
                </a:lnTo>
                <a:lnTo>
                  <a:pt x="1001533" y="3012147"/>
                </a:lnTo>
                <a:lnTo>
                  <a:pt x="1001533" y="3063046"/>
                </a:lnTo>
                <a:lnTo>
                  <a:pt x="1050646" y="3063046"/>
                </a:lnTo>
                <a:lnTo>
                  <a:pt x="1050646" y="2971070"/>
                </a:lnTo>
                <a:lnTo>
                  <a:pt x="871606" y="2971070"/>
                </a:lnTo>
                <a:lnTo>
                  <a:pt x="871606" y="2952318"/>
                </a:lnTo>
                <a:lnTo>
                  <a:pt x="1031001" y="2952318"/>
                </a:lnTo>
                <a:lnTo>
                  <a:pt x="1031001" y="2909902"/>
                </a:lnTo>
                <a:close/>
                <a:moveTo>
                  <a:pt x="1879767" y="2906777"/>
                </a:moveTo>
                <a:lnTo>
                  <a:pt x="1841816" y="2943835"/>
                </a:lnTo>
                <a:cubicBezTo>
                  <a:pt x="1869498" y="2966754"/>
                  <a:pt x="1894204" y="2990418"/>
                  <a:pt x="1915933" y="3014826"/>
                </a:cubicBezTo>
                <a:cubicBezTo>
                  <a:pt x="1926648" y="3003813"/>
                  <a:pt x="1940638" y="2990418"/>
                  <a:pt x="1957902" y="2974642"/>
                </a:cubicBezTo>
                <a:cubicBezTo>
                  <a:pt x="1940340" y="2957378"/>
                  <a:pt x="1914296" y="2934756"/>
                  <a:pt x="1879767" y="2906777"/>
                </a:cubicBezTo>
                <a:close/>
                <a:moveTo>
                  <a:pt x="2196771" y="2896061"/>
                </a:moveTo>
                <a:lnTo>
                  <a:pt x="2148551" y="2926422"/>
                </a:lnTo>
                <a:cubicBezTo>
                  <a:pt x="2165220" y="2949044"/>
                  <a:pt x="2182335" y="2974047"/>
                  <a:pt x="2199897" y="3001431"/>
                </a:cubicBezTo>
                <a:lnTo>
                  <a:pt x="2250796" y="2967052"/>
                </a:lnTo>
                <a:cubicBezTo>
                  <a:pt x="2238294" y="2948597"/>
                  <a:pt x="2220286" y="2924934"/>
                  <a:pt x="2196771" y="2896061"/>
                </a:cubicBezTo>
                <a:close/>
                <a:moveTo>
                  <a:pt x="2074881" y="2896061"/>
                </a:moveTo>
                <a:cubicBezTo>
                  <a:pt x="2057915" y="2967499"/>
                  <a:pt x="2031126" y="3032388"/>
                  <a:pt x="1994514" y="3090728"/>
                </a:cubicBezTo>
                <a:cubicBezTo>
                  <a:pt x="2000765" y="3119601"/>
                  <a:pt x="2005825" y="3147134"/>
                  <a:pt x="2009694" y="3173328"/>
                </a:cubicBezTo>
                <a:cubicBezTo>
                  <a:pt x="2022791" y="3155766"/>
                  <a:pt x="2035293" y="3137088"/>
                  <a:pt x="2047199" y="3117294"/>
                </a:cubicBezTo>
                <a:lnTo>
                  <a:pt x="2047199" y="3330490"/>
                </a:lnTo>
                <a:lnTo>
                  <a:pt x="2106581" y="3330490"/>
                </a:lnTo>
                <a:lnTo>
                  <a:pt x="2106581" y="2994957"/>
                </a:lnTo>
                <a:cubicBezTo>
                  <a:pt x="2116702" y="2968912"/>
                  <a:pt x="2126078" y="2941602"/>
                  <a:pt x="2134710" y="2913027"/>
                </a:cubicBezTo>
                <a:close/>
                <a:moveTo>
                  <a:pt x="1764128" y="2896061"/>
                </a:moveTo>
                <a:lnTo>
                  <a:pt x="1769932" y="3022863"/>
                </a:lnTo>
                <a:lnTo>
                  <a:pt x="1683314" y="3022863"/>
                </a:lnTo>
                <a:lnTo>
                  <a:pt x="1683314" y="2972410"/>
                </a:lnTo>
                <a:cubicBezTo>
                  <a:pt x="1707573" y="2969731"/>
                  <a:pt x="1730493" y="2966754"/>
                  <a:pt x="1752073" y="2963480"/>
                </a:cubicBezTo>
                <a:lnTo>
                  <a:pt x="1738232" y="2907670"/>
                </a:lnTo>
                <a:cubicBezTo>
                  <a:pt x="1676915" y="2916599"/>
                  <a:pt x="1612919" y="2922850"/>
                  <a:pt x="1546244" y="2926422"/>
                </a:cubicBezTo>
                <a:cubicBezTo>
                  <a:pt x="1550411" y="2950830"/>
                  <a:pt x="1553090" y="2969880"/>
                  <a:pt x="1554280" y="2983572"/>
                </a:cubicBezTo>
                <a:lnTo>
                  <a:pt x="1617235" y="2978884"/>
                </a:lnTo>
                <a:lnTo>
                  <a:pt x="1617235" y="3022863"/>
                </a:lnTo>
                <a:lnTo>
                  <a:pt x="1535974" y="3022863"/>
                </a:lnTo>
                <a:lnTo>
                  <a:pt x="1535974" y="3080013"/>
                </a:lnTo>
                <a:lnTo>
                  <a:pt x="1617235" y="3080013"/>
                </a:lnTo>
                <a:lnTo>
                  <a:pt x="1617235" y="3137163"/>
                </a:lnTo>
                <a:cubicBezTo>
                  <a:pt x="1590297" y="3140139"/>
                  <a:pt x="1563061" y="3142818"/>
                  <a:pt x="1535528" y="3145199"/>
                </a:cubicBezTo>
                <a:lnTo>
                  <a:pt x="1546690" y="3208600"/>
                </a:lnTo>
                <a:lnTo>
                  <a:pt x="1617235" y="3197438"/>
                </a:lnTo>
                <a:lnTo>
                  <a:pt x="1617235" y="3251463"/>
                </a:lnTo>
                <a:cubicBezTo>
                  <a:pt x="1617235" y="3259499"/>
                  <a:pt x="1615821" y="3265415"/>
                  <a:pt x="1612993" y="3269210"/>
                </a:cubicBezTo>
                <a:cubicBezTo>
                  <a:pt x="1610165" y="3273005"/>
                  <a:pt x="1606073" y="3274903"/>
                  <a:pt x="1600715" y="3274903"/>
                </a:cubicBezTo>
                <a:lnTo>
                  <a:pt x="1591785" y="3274680"/>
                </a:lnTo>
                <a:cubicBezTo>
                  <a:pt x="1576753" y="3274680"/>
                  <a:pt x="1562019" y="3274084"/>
                  <a:pt x="1547583" y="3272894"/>
                </a:cubicBezTo>
                <a:cubicBezTo>
                  <a:pt x="1553536" y="3285991"/>
                  <a:pt x="1559192" y="3305636"/>
                  <a:pt x="1564549" y="3331830"/>
                </a:cubicBezTo>
                <a:cubicBezTo>
                  <a:pt x="1590446" y="3331830"/>
                  <a:pt x="1613067" y="3331123"/>
                  <a:pt x="1632415" y="3329709"/>
                </a:cubicBezTo>
                <a:cubicBezTo>
                  <a:pt x="1651763" y="3328295"/>
                  <a:pt x="1665083" y="3323235"/>
                  <a:pt x="1672375" y="3314528"/>
                </a:cubicBezTo>
                <a:cubicBezTo>
                  <a:pt x="1679668" y="3305822"/>
                  <a:pt x="1683314" y="3293283"/>
                  <a:pt x="1683314" y="3276912"/>
                </a:cubicBezTo>
                <a:lnTo>
                  <a:pt x="1683314" y="3188062"/>
                </a:lnTo>
                <a:lnTo>
                  <a:pt x="1758770" y="3178686"/>
                </a:lnTo>
                <a:cubicBezTo>
                  <a:pt x="1758175" y="3171393"/>
                  <a:pt x="1757877" y="3163431"/>
                  <a:pt x="1757877" y="3154799"/>
                </a:cubicBezTo>
                <a:cubicBezTo>
                  <a:pt x="1757877" y="3143934"/>
                  <a:pt x="1758324" y="3131954"/>
                  <a:pt x="1759217" y="3118857"/>
                </a:cubicBezTo>
                <a:cubicBezTo>
                  <a:pt x="1734214" y="3122577"/>
                  <a:pt x="1708913" y="3126075"/>
                  <a:pt x="1683314" y="3129349"/>
                </a:cubicBezTo>
                <a:lnTo>
                  <a:pt x="1683314" y="3080013"/>
                </a:lnTo>
                <a:lnTo>
                  <a:pt x="1773281" y="3080013"/>
                </a:lnTo>
                <a:cubicBezTo>
                  <a:pt x="1776853" y="3132698"/>
                  <a:pt x="1782806" y="3175709"/>
                  <a:pt x="1791140" y="3209047"/>
                </a:cubicBezTo>
                <a:cubicBezTo>
                  <a:pt x="1761523" y="3229734"/>
                  <a:pt x="1729153" y="3247444"/>
                  <a:pt x="1694030" y="3262178"/>
                </a:cubicBezTo>
                <a:cubicBezTo>
                  <a:pt x="1709210" y="3280335"/>
                  <a:pt x="1721414" y="3297748"/>
                  <a:pt x="1730642" y="3314417"/>
                </a:cubicBezTo>
                <a:cubicBezTo>
                  <a:pt x="1759068" y="3299236"/>
                  <a:pt x="1785857" y="3283014"/>
                  <a:pt x="1811009" y="3265750"/>
                </a:cubicBezTo>
                <a:cubicBezTo>
                  <a:pt x="1833631" y="3311291"/>
                  <a:pt x="1866373" y="3334062"/>
                  <a:pt x="1909235" y="3334062"/>
                </a:cubicBezTo>
                <a:cubicBezTo>
                  <a:pt x="1928434" y="3334062"/>
                  <a:pt x="1943391" y="3326100"/>
                  <a:pt x="1954107" y="3310175"/>
                </a:cubicBezTo>
                <a:cubicBezTo>
                  <a:pt x="1964823" y="3294251"/>
                  <a:pt x="1974422" y="3263815"/>
                  <a:pt x="1982905" y="3218869"/>
                </a:cubicBezTo>
                <a:cubicBezTo>
                  <a:pt x="1967427" y="3212321"/>
                  <a:pt x="1949270" y="3202200"/>
                  <a:pt x="1928434" y="3188508"/>
                </a:cubicBezTo>
                <a:cubicBezTo>
                  <a:pt x="1925309" y="3210088"/>
                  <a:pt x="1921811" y="3228469"/>
                  <a:pt x="1917942" y="3243649"/>
                </a:cubicBezTo>
                <a:cubicBezTo>
                  <a:pt x="1914072" y="3258830"/>
                  <a:pt x="1910984" y="3266941"/>
                  <a:pt x="1908677" y="3267983"/>
                </a:cubicBezTo>
                <a:cubicBezTo>
                  <a:pt x="1906370" y="3269024"/>
                  <a:pt x="1904250" y="3269545"/>
                  <a:pt x="1902315" y="3269545"/>
                </a:cubicBezTo>
                <a:cubicBezTo>
                  <a:pt x="1887432" y="3269545"/>
                  <a:pt x="1874038" y="3255332"/>
                  <a:pt x="1862131" y="3226906"/>
                </a:cubicBezTo>
                <a:cubicBezTo>
                  <a:pt x="1899636" y="3195801"/>
                  <a:pt x="1933048" y="3161422"/>
                  <a:pt x="1962367" y="3123768"/>
                </a:cubicBezTo>
                <a:lnTo>
                  <a:pt x="1914593" y="3084924"/>
                </a:lnTo>
                <a:cubicBezTo>
                  <a:pt x="1893757" y="3114987"/>
                  <a:pt x="1870242" y="3142148"/>
                  <a:pt x="1844049" y="3166407"/>
                </a:cubicBezTo>
                <a:cubicBezTo>
                  <a:pt x="1839733" y="3142892"/>
                  <a:pt x="1836533" y="3114094"/>
                  <a:pt x="1834449" y="3080013"/>
                </a:cubicBezTo>
                <a:lnTo>
                  <a:pt x="1978440" y="3080013"/>
                </a:lnTo>
                <a:lnTo>
                  <a:pt x="1978440" y="3022863"/>
                </a:lnTo>
                <a:lnTo>
                  <a:pt x="1831770" y="3022863"/>
                </a:lnTo>
                <a:cubicBezTo>
                  <a:pt x="1829836" y="2981637"/>
                  <a:pt x="1828422" y="2939370"/>
                  <a:pt x="1827529" y="2896061"/>
                </a:cubicBezTo>
                <a:close/>
                <a:moveTo>
                  <a:pt x="608850" y="2399273"/>
                </a:moveTo>
                <a:lnTo>
                  <a:pt x="713997" y="2399273"/>
                </a:lnTo>
                <a:cubicBezTo>
                  <a:pt x="699412" y="2411030"/>
                  <a:pt x="681924" y="2421374"/>
                  <a:pt x="661535" y="2430304"/>
                </a:cubicBezTo>
                <a:cubicBezTo>
                  <a:pt x="640997" y="2421523"/>
                  <a:pt x="623435" y="2411179"/>
                  <a:pt x="608850" y="2399273"/>
                </a:cubicBezTo>
                <a:close/>
                <a:moveTo>
                  <a:pt x="2027554" y="2388111"/>
                </a:moveTo>
                <a:lnTo>
                  <a:pt x="2123994" y="2388111"/>
                </a:lnTo>
                <a:lnTo>
                  <a:pt x="2123994" y="2437224"/>
                </a:lnTo>
                <a:lnTo>
                  <a:pt x="2027554" y="2437224"/>
                </a:lnTo>
                <a:close/>
                <a:moveTo>
                  <a:pt x="529599" y="2357303"/>
                </a:moveTo>
                <a:lnTo>
                  <a:pt x="529599" y="2399273"/>
                </a:lnTo>
                <a:lnTo>
                  <a:pt x="565094" y="2399273"/>
                </a:lnTo>
                <a:lnTo>
                  <a:pt x="551476" y="2405524"/>
                </a:lnTo>
                <a:cubicBezTo>
                  <a:pt x="566359" y="2422341"/>
                  <a:pt x="583474" y="2437224"/>
                  <a:pt x="602822" y="2450172"/>
                </a:cubicBezTo>
                <a:cubicBezTo>
                  <a:pt x="568592" y="2458953"/>
                  <a:pt x="529152" y="2465204"/>
                  <a:pt x="484504" y="2468924"/>
                </a:cubicBezTo>
                <a:cubicBezTo>
                  <a:pt x="495517" y="2487081"/>
                  <a:pt x="504149" y="2503304"/>
                  <a:pt x="510400" y="2517591"/>
                </a:cubicBezTo>
                <a:cubicBezTo>
                  <a:pt x="566657" y="2510596"/>
                  <a:pt x="616812" y="2498467"/>
                  <a:pt x="660865" y="2481203"/>
                </a:cubicBezTo>
                <a:cubicBezTo>
                  <a:pt x="705067" y="2499657"/>
                  <a:pt x="757157" y="2511340"/>
                  <a:pt x="817135" y="2516252"/>
                </a:cubicBezTo>
                <a:cubicBezTo>
                  <a:pt x="823385" y="2501964"/>
                  <a:pt x="830380" y="2485147"/>
                  <a:pt x="838119" y="2465799"/>
                </a:cubicBezTo>
                <a:cubicBezTo>
                  <a:pt x="795406" y="2463120"/>
                  <a:pt x="757529" y="2457986"/>
                  <a:pt x="724489" y="2450395"/>
                </a:cubicBezTo>
                <a:cubicBezTo>
                  <a:pt x="750385" y="2435215"/>
                  <a:pt x="773379" y="2417579"/>
                  <a:pt x="793471" y="2397487"/>
                </a:cubicBezTo>
                <a:lnTo>
                  <a:pt x="793471" y="2357303"/>
                </a:lnTo>
                <a:close/>
                <a:moveTo>
                  <a:pt x="1387742" y="2341230"/>
                </a:moveTo>
                <a:lnTo>
                  <a:pt x="1451143" y="2341230"/>
                </a:lnTo>
                <a:lnTo>
                  <a:pt x="1451143" y="2417579"/>
                </a:lnTo>
                <a:lnTo>
                  <a:pt x="1387742" y="2417579"/>
                </a:lnTo>
                <a:close/>
                <a:moveTo>
                  <a:pt x="1971297" y="2332747"/>
                </a:moveTo>
                <a:lnTo>
                  <a:pt x="1971297" y="2516698"/>
                </a:lnTo>
                <a:lnTo>
                  <a:pt x="2027554" y="2516698"/>
                </a:lnTo>
                <a:lnTo>
                  <a:pt x="2027554" y="2492588"/>
                </a:lnTo>
                <a:lnTo>
                  <a:pt x="2123994" y="2492588"/>
                </a:lnTo>
                <a:lnTo>
                  <a:pt x="2123994" y="2515805"/>
                </a:lnTo>
                <a:lnTo>
                  <a:pt x="2180251" y="2515805"/>
                </a:lnTo>
                <a:lnTo>
                  <a:pt x="2180251" y="2332747"/>
                </a:lnTo>
                <a:close/>
                <a:moveTo>
                  <a:pt x="445660" y="2329175"/>
                </a:moveTo>
                <a:cubicBezTo>
                  <a:pt x="433158" y="2392873"/>
                  <a:pt x="420061" y="2449726"/>
                  <a:pt x="406369" y="2499732"/>
                </a:cubicBezTo>
                <a:cubicBezTo>
                  <a:pt x="426610" y="2503601"/>
                  <a:pt x="446999" y="2508215"/>
                  <a:pt x="467537" y="2513573"/>
                </a:cubicBezTo>
                <a:lnTo>
                  <a:pt x="504596" y="2345695"/>
                </a:lnTo>
                <a:cubicBezTo>
                  <a:pt x="482569" y="2340039"/>
                  <a:pt x="462924" y="2334533"/>
                  <a:pt x="445660" y="2329175"/>
                </a:cubicBezTo>
                <a:close/>
                <a:moveTo>
                  <a:pt x="2585213" y="2322031"/>
                </a:moveTo>
                <a:lnTo>
                  <a:pt x="2540564" y="2352392"/>
                </a:lnTo>
                <a:cubicBezTo>
                  <a:pt x="2562293" y="2376205"/>
                  <a:pt x="2582683" y="2402696"/>
                  <a:pt x="2601733" y="2431866"/>
                </a:cubicBezTo>
                <a:lnTo>
                  <a:pt x="2649060" y="2399273"/>
                </a:lnTo>
                <a:cubicBezTo>
                  <a:pt x="2635070" y="2379032"/>
                  <a:pt x="2613788" y="2353285"/>
                  <a:pt x="2585213" y="2322031"/>
                </a:cubicBezTo>
                <a:close/>
                <a:moveTo>
                  <a:pt x="721587" y="2273364"/>
                </a:moveTo>
                <a:lnTo>
                  <a:pt x="759538" y="2273364"/>
                </a:lnTo>
                <a:lnTo>
                  <a:pt x="759538" y="2303279"/>
                </a:lnTo>
                <a:lnTo>
                  <a:pt x="721587" y="2303279"/>
                </a:lnTo>
                <a:close/>
                <a:moveTo>
                  <a:pt x="642559" y="2273364"/>
                </a:moveTo>
                <a:lnTo>
                  <a:pt x="681403" y="2273364"/>
                </a:lnTo>
                <a:lnTo>
                  <a:pt x="681403" y="2303279"/>
                </a:lnTo>
                <a:lnTo>
                  <a:pt x="642559" y="2303279"/>
                </a:lnTo>
                <a:close/>
                <a:moveTo>
                  <a:pt x="564424" y="2273364"/>
                </a:moveTo>
                <a:lnTo>
                  <a:pt x="602376" y="2273364"/>
                </a:lnTo>
                <a:lnTo>
                  <a:pt x="602376" y="2303279"/>
                </a:lnTo>
                <a:lnTo>
                  <a:pt x="564424" y="2303279"/>
                </a:lnTo>
                <a:close/>
                <a:moveTo>
                  <a:pt x="1583302" y="2262649"/>
                </a:moveTo>
                <a:lnTo>
                  <a:pt x="1531510" y="2298367"/>
                </a:lnTo>
                <a:cubicBezTo>
                  <a:pt x="1552048" y="2324561"/>
                  <a:pt x="1573628" y="2356262"/>
                  <a:pt x="1596250" y="2393469"/>
                </a:cubicBezTo>
                <a:lnTo>
                  <a:pt x="1652507" y="2355964"/>
                </a:lnTo>
                <a:cubicBezTo>
                  <a:pt x="1627801" y="2319352"/>
                  <a:pt x="1604733" y="2288247"/>
                  <a:pt x="1583302" y="2262649"/>
                </a:cubicBezTo>
                <a:close/>
                <a:moveTo>
                  <a:pt x="509060" y="2237199"/>
                </a:moveTo>
                <a:lnTo>
                  <a:pt x="509060" y="2339444"/>
                </a:lnTo>
                <a:lnTo>
                  <a:pt x="814902" y="2339444"/>
                </a:lnTo>
                <a:lnTo>
                  <a:pt x="814902" y="2237199"/>
                </a:lnTo>
                <a:close/>
                <a:moveTo>
                  <a:pt x="2225793" y="2232734"/>
                </a:moveTo>
                <a:lnTo>
                  <a:pt x="2225793" y="2291670"/>
                </a:lnTo>
                <a:lnTo>
                  <a:pt x="2268655" y="2291670"/>
                </a:lnTo>
                <a:lnTo>
                  <a:pt x="2268655" y="2411774"/>
                </a:lnTo>
                <a:cubicBezTo>
                  <a:pt x="2251391" y="2426062"/>
                  <a:pt x="2236211" y="2439159"/>
                  <a:pt x="2223114" y="2451065"/>
                </a:cubicBezTo>
                <a:lnTo>
                  <a:pt x="2248563" y="2519824"/>
                </a:lnTo>
                <a:cubicBezTo>
                  <a:pt x="2265828" y="2499881"/>
                  <a:pt x="2282199" y="2481128"/>
                  <a:pt x="2297677" y="2463567"/>
                </a:cubicBezTo>
                <a:cubicBezTo>
                  <a:pt x="2321787" y="2493035"/>
                  <a:pt x="2359440" y="2507769"/>
                  <a:pt x="2410637" y="2507769"/>
                </a:cubicBezTo>
                <a:cubicBezTo>
                  <a:pt x="2480587" y="2508959"/>
                  <a:pt x="2558721" y="2509406"/>
                  <a:pt x="2645042" y="2509108"/>
                </a:cubicBezTo>
                <a:cubicBezTo>
                  <a:pt x="2650399" y="2493928"/>
                  <a:pt x="2657692" y="2474878"/>
                  <a:pt x="2666919" y="2451958"/>
                </a:cubicBezTo>
                <a:cubicBezTo>
                  <a:pt x="2579408" y="2454042"/>
                  <a:pt x="2496958" y="2454190"/>
                  <a:pt x="2419567" y="2452405"/>
                </a:cubicBezTo>
                <a:cubicBezTo>
                  <a:pt x="2375812" y="2452405"/>
                  <a:pt x="2344558" y="2441987"/>
                  <a:pt x="2325805" y="2421151"/>
                </a:cubicBezTo>
                <a:lnTo>
                  <a:pt x="2325805" y="2232734"/>
                </a:lnTo>
                <a:close/>
                <a:moveTo>
                  <a:pt x="1387742" y="2206392"/>
                </a:moveTo>
                <a:lnTo>
                  <a:pt x="1451143" y="2206392"/>
                </a:lnTo>
                <a:lnTo>
                  <a:pt x="1451143" y="2282740"/>
                </a:lnTo>
                <a:lnTo>
                  <a:pt x="1387742" y="2282740"/>
                </a:lnTo>
                <a:close/>
                <a:moveTo>
                  <a:pt x="430033" y="2196123"/>
                </a:moveTo>
                <a:lnTo>
                  <a:pt x="392974" y="2237199"/>
                </a:lnTo>
                <a:cubicBezTo>
                  <a:pt x="416489" y="2255951"/>
                  <a:pt x="439558" y="2276639"/>
                  <a:pt x="462180" y="2299260"/>
                </a:cubicBezTo>
                <a:lnTo>
                  <a:pt x="502363" y="2253719"/>
                </a:lnTo>
                <a:cubicBezTo>
                  <a:pt x="482718" y="2237050"/>
                  <a:pt x="458608" y="2217851"/>
                  <a:pt x="430033" y="2196123"/>
                </a:cubicBezTo>
                <a:close/>
                <a:moveTo>
                  <a:pt x="2025098" y="2171566"/>
                </a:moveTo>
                <a:lnTo>
                  <a:pt x="2122208" y="2171566"/>
                </a:lnTo>
                <a:cubicBezTo>
                  <a:pt x="2111493" y="2192551"/>
                  <a:pt x="2095494" y="2210782"/>
                  <a:pt x="2074211" y="2226260"/>
                </a:cubicBezTo>
                <a:cubicBezTo>
                  <a:pt x="2053822" y="2211377"/>
                  <a:pt x="2037451" y="2193146"/>
                  <a:pt x="2025098" y="2171566"/>
                </a:cubicBezTo>
                <a:close/>
                <a:moveTo>
                  <a:pt x="585856" y="2169333"/>
                </a:moveTo>
                <a:lnTo>
                  <a:pt x="743911" y="2169333"/>
                </a:lnTo>
                <a:lnTo>
                  <a:pt x="743911" y="2187193"/>
                </a:lnTo>
                <a:lnTo>
                  <a:pt x="585856" y="2187193"/>
                </a:lnTo>
                <a:close/>
                <a:moveTo>
                  <a:pt x="1845388" y="2158171"/>
                </a:moveTo>
                <a:lnTo>
                  <a:pt x="1890037" y="2158171"/>
                </a:lnTo>
                <a:lnTo>
                  <a:pt x="1890037" y="2204606"/>
                </a:lnTo>
                <a:lnTo>
                  <a:pt x="1845388" y="2204606"/>
                </a:lnTo>
                <a:close/>
                <a:moveTo>
                  <a:pt x="2495469" y="2133615"/>
                </a:moveTo>
                <a:cubicBezTo>
                  <a:pt x="2513626" y="2156237"/>
                  <a:pt x="2531932" y="2175435"/>
                  <a:pt x="2550387" y="2191211"/>
                </a:cubicBezTo>
                <a:lnTo>
                  <a:pt x="2438766" y="2191211"/>
                </a:lnTo>
                <a:cubicBezTo>
                  <a:pt x="2456923" y="2174542"/>
                  <a:pt x="2475824" y="2155344"/>
                  <a:pt x="2495469" y="2133615"/>
                </a:cubicBezTo>
                <a:close/>
                <a:moveTo>
                  <a:pt x="585856" y="2122899"/>
                </a:moveTo>
                <a:lnTo>
                  <a:pt x="743911" y="2122899"/>
                </a:lnTo>
                <a:lnTo>
                  <a:pt x="743911" y="2140758"/>
                </a:lnTo>
                <a:lnTo>
                  <a:pt x="585856" y="2140758"/>
                </a:lnTo>
                <a:close/>
                <a:moveTo>
                  <a:pt x="532278" y="2090752"/>
                </a:moveTo>
                <a:lnTo>
                  <a:pt x="532278" y="2219340"/>
                </a:lnTo>
                <a:lnTo>
                  <a:pt x="797489" y="2219340"/>
                </a:lnTo>
                <a:lnTo>
                  <a:pt x="797489" y="2090752"/>
                </a:lnTo>
                <a:close/>
                <a:moveTo>
                  <a:pt x="1202004" y="2079144"/>
                </a:moveTo>
                <a:cubicBezTo>
                  <a:pt x="1154677" y="2113672"/>
                  <a:pt x="1091425" y="2149539"/>
                  <a:pt x="1012248" y="2186746"/>
                </a:cubicBezTo>
                <a:lnTo>
                  <a:pt x="1048860" y="2234967"/>
                </a:lnTo>
                <a:cubicBezTo>
                  <a:pt x="1119107" y="2203713"/>
                  <a:pt x="1185782" y="2170375"/>
                  <a:pt x="1248885" y="2134954"/>
                </a:cubicBezTo>
                <a:close/>
                <a:moveTo>
                  <a:pt x="2284729" y="2077358"/>
                </a:moveTo>
                <a:lnTo>
                  <a:pt x="2236508" y="2109058"/>
                </a:lnTo>
                <a:cubicBezTo>
                  <a:pt x="2254963" y="2133764"/>
                  <a:pt x="2274162" y="2162041"/>
                  <a:pt x="2294105" y="2193890"/>
                </a:cubicBezTo>
                <a:cubicBezTo>
                  <a:pt x="2294700" y="2193592"/>
                  <a:pt x="2312262" y="2181984"/>
                  <a:pt x="2346790" y="2159064"/>
                </a:cubicBezTo>
                <a:cubicBezTo>
                  <a:pt x="2331014" y="2135550"/>
                  <a:pt x="2310327" y="2108314"/>
                  <a:pt x="2284729" y="2077358"/>
                </a:cubicBezTo>
                <a:close/>
                <a:moveTo>
                  <a:pt x="2467341" y="2076911"/>
                </a:moveTo>
                <a:cubicBezTo>
                  <a:pt x="2435789" y="2125429"/>
                  <a:pt x="2388908" y="2165613"/>
                  <a:pt x="2326698" y="2197462"/>
                </a:cubicBezTo>
                <a:cubicBezTo>
                  <a:pt x="2341283" y="2214131"/>
                  <a:pt x="2353338" y="2230651"/>
                  <a:pt x="2362863" y="2247022"/>
                </a:cubicBezTo>
                <a:cubicBezTo>
                  <a:pt x="2377449" y="2238390"/>
                  <a:pt x="2391736" y="2228865"/>
                  <a:pt x="2405726" y="2218447"/>
                </a:cubicBezTo>
                <a:lnTo>
                  <a:pt x="2405726" y="2238092"/>
                </a:lnTo>
                <a:lnTo>
                  <a:pt x="2470020" y="2238092"/>
                </a:lnTo>
                <a:lnTo>
                  <a:pt x="2470020" y="2269792"/>
                </a:lnTo>
                <a:lnTo>
                  <a:pt x="2357059" y="2269792"/>
                </a:lnTo>
                <a:lnTo>
                  <a:pt x="2357059" y="2316673"/>
                </a:lnTo>
                <a:lnTo>
                  <a:pt x="2470020" y="2316673"/>
                </a:lnTo>
                <a:lnTo>
                  <a:pt x="2470020" y="2358196"/>
                </a:lnTo>
                <a:cubicBezTo>
                  <a:pt x="2470020" y="2378139"/>
                  <a:pt x="2461239" y="2387515"/>
                  <a:pt x="2443677" y="2386325"/>
                </a:cubicBezTo>
                <a:cubicBezTo>
                  <a:pt x="2434747" y="2386027"/>
                  <a:pt x="2425520" y="2385134"/>
                  <a:pt x="2415995" y="2383646"/>
                </a:cubicBezTo>
                <a:cubicBezTo>
                  <a:pt x="2424627" y="2371740"/>
                  <a:pt x="2432515" y="2359536"/>
                  <a:pt x="2439659" y="2347034"/>
                </a:cubicBezTo>
                <a:lnTo>
                  <a:pt x="2390992" y="2319799"/>
                </a:lnTo>
                <a:cubicBezTo>
                  <a:pt x="2374919" y="2348671"/>
                  <a:pt x="2355571" y="2374270"/>
                  <a:pt x="2332949" y="2396594"/>
                </a:cubicBezTo>
                <a:cubicBezTo>
                  <a:pt x="2347832" y="2406417"/>
                  <a:pt x="2362863" y="2417728"/>
                  <a:pt x="2378044" y="2430527"/>
                </a:cubicBezTo>
                <a:cubicBezTo>
                  <a:pt x="2390843" y="2416239"/>
                  <a:pt x="2402749" y="2401654"/>
                  <a:pt x="2413763" y="2386771"/>
                </a:cubicBezTo>
                <a:cubicBezTo>
                  <a:pt x="2418823" y="2404928"/>
                  <a:pt x="2422544" y="2422192"/>
                  <a:pt x="2424925" y="2438564"/>
                </a:cubicBezTo>
                <a:cubicBezTo>
                  <a:pt x="2446654" y="2439754"/>
                  <a:pt x="2464662" y="2439754"/>
                  <a:pt x="2478949" y="2438564"/>
                </a:cubicBezTo>
                <a:cubicBezTo>
                  <a:pt x="2511989" y="2436480"/>
                  <a:pt x="2528509" y="2415942"/>
                  <a:pt x="2528509" y="2376949"/>
                </a:cubicBezTo>
                <a:lnTo>
                  <a:pt x="2528509" y="2316673"/>
                </a:lnTo>
                <a:lnTo>
                  <a:pt x="2638344" y="2316673"/>
                </a:lnTo>
                <a:lnTo>
                  <a:pt x="2638344" y="2269792"/>
                </a:lnTo>
                <a:lnTo>
                  <a:pt x="2528509" y="2269792"/>
                </a:lnTo>
                <a:lnTo>
                  <a:pt x="2528509" y="2238092"/>
                </a:lnTo>
                <a:lnTo>
                  <a:pt x="2587445" y="2238092"/>
                </a:lnTo>
                <a:lnTo>
                  <a:pt x="2587445" y="2218447"/>
                </a:lnTo>
                <a:cubicBezTo>
                  <a:pt x="2601435" y="2227376"/>
                  <a:pt x="2616615" y="2236008"/>
                  <a:pt x="2632987" y="2244343"/>
                </a:cubicBezTo>
                <a:cubicBezTo>
                  <a:pt x="2641321" y="2227972"/>
                  <a:pt x="2652632" y="2210261"/>
                  <a:pt x="2666919" y="2191211"/>
                </a:cubicBezTo>
                <a:cubicBezTo>
                  <a:pt x="2607090" y="2165315"/>
                  <a:pt x="2562144" y="2132871"/>
                  <a:pt x="2532081" y="2093878"/>
                </a:cubicBezTo>
                <a:lnTo>
                  <a:pt x="2546369" y="2076911"/>
                </a:lnTo>
                <a:close/>
                <a:moveTo>
                  <a:pt x="1581962" y="2076018"/>
                </a:moveTo>
                <a:cubicBezTo>
                  <a:pt x="1560085" y="2141800"/>
                  <a:pt x="1537165" y="2194783"/>
                  <a:pt x="1513204" y="2234967"/>
                </a:cubicBezTo>
                <a:lnTo>
                  <a:pt x="1513204" y="2147902"/>
                </a:lnTo>
                <a:lnTo>
                  <a:pt x="1437301" y="2147902"/>
                </a:lnTo>
                <a:lnTo>
                  <a:pt x="1457393" y="2087180"/>
                </a:lnTo>
                <a:lnTo>
                  <a:pt x="1390867" y="2076911"/>
                </a:lnTo>
                <a:cubicBezTo>
                  <a:pt x="1387444" y="2095068"/>
                  <a:pt x="1381417" y="2118732"/>
                  <a:pt x="1372784" y="2147902"/>
                </a:cubicBezTo>
                <a:lnTo>
                  <a:pt x="1325680" y="2147902"/>
                </a:lnTo>
                <a:lnTo>
                  <a:pt x="1325680" y="2510894"/>
                </a:lnTo>
                <a:lnTo>
                  <a:pt x="1387742" y="2510894"/>
                </a:lnTo>
                <a:lnTo>
                  <a:pt x="1387742" y="2476068"/>
                </a:lnTo>
                <a:lnTo>
                  <a:pt x="1451143" y="2476068"/>
                </a:lnTo>
                <a:lnTo>
                  <a:pt x="1451143" y="2508215"/>
                </a:lnTo>
                <a:lnTo>
                  <a:pt x="1513204" y="2508215"/>
                </a:lnTo>
                <a:lnTo>
                  <a:pt x="1513204" y="2242334"/>
                </a:lnTo>
                <a:cubicBezTo>
                  <a:pt x="1534189" y="2251412"/>
                  <a:pt x="1551750" y="2260565"/>
                  <a:pt x="1565889" y="2269792"/>
                </a:cubicBezTo>
                <a:cubicBezTo>
                  <a:pt x="1576902" y="2250147"/>
                  <a:pt x="1587320" y="2229907"/>
                  <a:pt x="1597143" y="2209071"/>
                </a:cubicBezTo>
                <a:lnTo>
                  <a:pt x="1674831" y="2209071"/>
                </a:lnTo>
                <a:cubicBezTo>
                  <a:pt x="1674831" y="2226781"/>
                  <a:pt x="1674533" y="2249849"/>
                  <a:pt x="1673938" y="2278276"/>
                </a:cubicBezTo>
                <a:lnTo>
                  <a:pt x="1671929" y="2369582"/>
                </a:lnTo>
                <a:cubicBezTo>
                  <a:pt x="1671185" y="2402026"/>
                  <a:pt x="1670217" y="2420332"/>
                  <a:pt x="1669027" y="2424499"/>
                </a:cubicBezTo>
                <a:cubicBezTo>
                  <a:pt x="1667836" y="2428666"/>
                  <a:pt x="1665567" y="2432424"/>
                  <a:pt x="1662218" y="2435773"/>
                </a:cubicBezTo>
                <a:cubicBezTo>
                  <a:pt x="1658869" y="2439122"/>
                  <a:pt x="1654590" y="2441614"/>
                  <a:pt x="1649381" y="2443252"/>
                </a:cubicBezTo>
                <a:cubicBezTo>
                  <a:pt x="1644173" y="2444889"/>
                  <a:pt x="1637996" y="2445707"/>
                  <a:pt x="1630852" y="2445707"/>
                </a:cubicBezTo>
                <a:cubicBezTo>
                  <a:pt x="1605998" y="2445707"/>
                  <a:pt x="1582558" y="2444814"/>
                  <a:pt x="1560531" y="2443028"/>
                </a:cubicBezTo>
                <a:cubicBezTo>
                  <a:pt x="1567377" y="2461781"/>
                  <a:pt x="1573033" y="2484254"/>
                  <a:pt x="1577498" y="2510447"/>
                </a:cubicBezTo>
                <a:cubicBezTo>
                  <a:pt x="1626760" y="2510447"/>
                  <a:pt x="1658720" y="2509182"/>
                  <a:pt x="1673380" y="2506652"/>
                </a:cubicBezTo>
                <a:cubicBezTo>
                  <a:pt x="1688040" y="2504122"/>
                  <a:pt x="1699462" y="2499360"/>
                  <a:pt x="1707648" y="2492365"/>
                </a:cubicBezTo>
                <a:cubicBezTo>
                  <a:pt x="1715833" y="2485370"/>
                  <a:pt x="1721861" y="2476329"/>
                  <a:pt x="1725730" y="2465241"/>
                </a:cubicBezTo>
                <a:cubicBezTo>
                  <a:pt x="1729600" y="2454153"/>
                  <a:pt x="1731907" y="2434768"/>
                  <a:pt x="1732651" y="2407086"/>
                </a:cubicBezTo>
                <a:lnTo>
                  <a:pt x="1737785" y="2150135"/>
                </a:lnTo>
                <a:lnTo>
                  <a:pt x="1622592" y="2150135"/>
                </a:lnTo>
                <a:cubicBezTo>
                  <a:pt x="1630034" y="2131233"/>
                  <a:pt x="1637029" y="2111886"/>
                  <a:pt x="1643577" y="2092092"/>
                </a:cubicBezTo>
                <a:close/>
                <a:moveTo>
                  <a:pt x="918040" y="2075572"/>
                </a:moveTo>
                <a:lnTo>
                  <a:pt x="918040" y="2254612"/>
                </a:lnTo>
                <a:lnTo>
                  <a:pt x="856872" y="2254612"/>
                </a:lnTo>
                <a:lnTo>
                  <a:pt x="856872" y="2312208"/>
                </a:lnTo>
                <a:lnTo>
                  <a:pt x="918040" y="2312208"/>
                </a:lnTo>
                <a:lnTo>
                  <a:pt x="918040" y="2410881"/>
                </a:lnTo>
                <a:cubicBezTo>
                  <a:pt x="918040" y="2434396"/>
                  <a:pt x="912385" y="2451809"/>
                  <a:pt x="901074" y="2463120"/>
                </a:cubicBezTo>
                <a:lnTo>
                  <a:pt x="935007" y="2520270"/>
                </a:lnTo>
                <a:cubicBezTo>
                  <a:pt x="953312" y="2505239"/>
                  <a:pt x="1006593" y="2484254"/>
                  <a:pt x="1094848" y="2457316"/>
                </a:cubicBezTo>
                <a:cubicBezTo>
                  <a:pt x="1094253" y="2439159"/>
                  <a:pt x="1094401" y="2419662"/>
                  <a:pt x="1095294" y="2398826"/>
                </a:cubicBezTo>
                <a:lnTo>
                  <a:pt x="980101" y="2436778"/>
                </a:lnTo>
                <a:lnTo>
                  <a:pt x="980101" y="2312208"/>
                </a:lnTo>
                <a:lnTo>
                  <a:pt x="1056450" y="2312208"/>
                </a:lnTo>
                <a:cubicBezTo>
                  <a:pt x="1091871" y="2399719"/>
                  <a:pt x="1156463" y="2462971"/>
                  <a:pt x="1250225" y="2501964"/>
                </a:cubicBezTo>
                <a:cubicBezTo>
                  <a:pt x="1266893" y="2478449"/>
                  <a:pt x="1281925" y="2457911"/>
                  <a:pt x="1295319" y="2440349"/>
                </a:cubicBezTo>
                <a:cubicBezTo>
                  <a:pt x="1211976" y="2415942"/>
                  <a:pt x="1152742" y="2373228"/>
                  <a:pt x="1117619" y="2312208"/>
                </a:cubicBezTo>
                <a:lnTo>
                  <a:pt x="1286836" y="2312208"/>
                </a:lnTo>
                <a:lnTo>
                  <a:pt x="1286836" y="2254612"/>
                </a:lnTo>
                <a:lnTo>
                  <a:pt x="980101" y="2254612"/>
                </a:lnTo>
                <a:lnTo>
                  <a:pt x="980101" y="2075572"/>
                </a:lnTo>
                <a:close/>
                <a:moveTo>
                  <a:pt x="436283" y="2075572"/>
                </a:moveTo>
                <a:lnTo>
                  <a:pt x="399672" y="2116202"/>
                </a:lnTo>
                <a:cubicBezTo>
                  <a:pt x="427949" y="2138228"/>
                  <a:pt x="453994" y="2160404"/>
                  <a:pt x="477806" y="2182728"/>
                </a:cubicBezTo>
                <a:lnTo>
                  <a:pt x="516651" y="2138526"/>
                </a:lnTo>
                <a:cubicBezTo>
                  <a:pt x="491945" y="2117690"/>
                  <a:pt x="465156" y="2096705"/>
                  <a:pt x="436283" y="2075572"/>
                </a:cubicBezTo>
                <a:close/>
                <a:moveTo>
                  <a:pt x="2014606" y="2072893"/>
                </a:moveTo>
                <a:cubicBezTo>
                  <a:pt x="1998086" y="2110546"/>
                  <a:pt x="1975017" y="2144926"/>
                  <a:pt x="1945401" y="2176031"/>
                </a:cubicBezTo>
                <a:lnTo>
                  <a:pt x="1945401" y="2101021"/>
                </a:lnTo>
                <a:lnTo>
                  <a:pt x="1790024" y="2101021"/>
                </a:lnTo>
                <a:lnTo>
                  <a:pt x="1790024" y="2254612"/>
                </a:lnTo>
                <a:lnTo>
                  <a:pt x="1850746" y="2254612"/>
                </a:lnTo>
                <a:lnTo>
                  <a:pt x="1850746" y="2430527"/>
                </a:lnTo>
                <a:lnTo>
                  <a:pt x="1825743" y="2433429"/>
                </a:lnTo>
                <a:lnTo>
                  <a:pt x="1825743" y="2283187"/>
                </a:lnTo>
                <a:lnTo>
                  <a:pt x="1781094" y="2283187"/>
                </a:lnTo>
                <a:lnTo>
                  <a:pt x="1781094" y="2438340"/>
                </a:lnTo>
                <a:lnTo>
                  <a:pt x="1766360" y="2439903"/>
                </a:lnTo>
                <a:lnTo>
                  <a:pt x="1773058" y="2502411"/>
                </a:lnTo>
                <a:lnTo>
                  <a:pt x="1954330" y="2477408"/>
                </a:lnTo>
                <a:cubicBezTo>
                  <a:pt x="1954628" y="2444963"/>
                  <a:pt x="1955223" y="2425020"/>
                  <a:pt x="1956116" y="2417579"/>
                </a:cubicBezTo>
                <a:lnTo>
                  <a:pt x="1906110" y="2423830"/>
                </a:lnTo>
                <a:lnTo>
                  <a:pt x="1906110" y="2359982"/>
                </a:lnTo>
                <a:lnTo>
                  <a:pt x="1940936" y="2359982"/>
                </a:lnTo>
                <a:lnTo>
                  <a:pt x="1940936" y="2308190"/>
                </a:lnTo>
                <a:lnTo>
                  <a:pt x="1906110" y="2308190"/>
                </a:lnTo>
                <a:lnTo>
                  <a:pt x="1906110" y="2254612"/>
                </a:lnTo>
                <a:lnTo>
                  <a:pt x="1945401" y="2254612"/>
                </a:lnTo>
                <a:lnTo>
                  <a:pt x="1945401" y="2201704"/>
                </a:lnTo>
                <a:cubicBezTo>
                  <a:pt x="1955967" y="2216586"/>
                  <a:pt x="1963111" y="2227079"/>
                  <a:pt x="1966832" y="2233181"/>
                </a:cubicBezTo>
                <a:cubicBezTo>
                  <a:pt x="1973976" y="2226335"/>
                  <a:pt x="1980896" y="2219265"/>
                  <a:pt x="1987593" y="2211973"/>
                </a:cubicBezTo>
                <a:cubicBezTo>
                  <a:pt x="1997714" y="2227600"/>
                  <a:pt x="2009620" y="2241813"/>
                  <a:pt x="2023312" y="2254612"/>
                </a:cubicBezTo>
                <a:cubicBezTo>
                  <a:pt x="1997118" y="2265476"/>
                  <a:pt x="1966534" y="2273960"/>
                  <a:pt x="1931560" y="2280062"/>
                </a:cubicBezTo>
                <a:cubicBezTo>
                  <a:pt x="1940192" y="2296730"/>
                  <a:pt x="1947782" y="2313846"/>
                  <a:pt x="1954330" y="2331407"/>
                </a:cubicBezTo>
                <a:cubicBezTo>
                  <a:pt x="2000169" y="2322478"/>
                  <a:pt x="2039981" y="2309009"/>
                  <a:pt x="2073765" y="2291000"/>
                </a:cubicBezTo>
                <a:cubicBezTo>
                  <a:pt x="2106953" y="2309604"/>
                  <a:pt x="2146616" y="2323222"/>
                  <a:pt x="2192753" y="2331854"/>
                </a:cubicBezTo>
                <a:cubicBezTo>
                  <a:pt x="2198408" y="2309232"/>
                  <a:pt x="2204064" y="2290033"/>
                  <a:pt x="2209719" y="2274257"/>
                </a:cubicBezTo>
                <a:cubicBezTo>
                  <a:pt x="2178763" y="2270537"/>
                  <a:pt x="2151230" y="2264063"/>
                  <a:pt x="2127120" y="2254835"/>
                </a:cubicBezTo>
                <a:cubicBezTo>
                  <a:pt x="2154653" y="2230874"/>
                  <a:pt x="2175935" y="2202225"/>
                  <a:pt x="2190967" y="2168887"/>
                </a:cubicBezTo>
                <a:lnTo>
                  <a:pt x="2190967" y="2118434"/>
                </a:lnTo>
                <a:lnTo>
                  <a:pt x="2057915" y="2118434"/>
                </a:lnTo>
                <a:cubicBezTo>
                  <a:pt x="2065207" y="2106230"/>
                  <a:pt x="2072053" y="2093580"/>
                  <a:pt x="2078453" y="2080483"/>
                </a:cubicBezTo>
                <a:close/>
                <a:moveTo>
                  <a:pt x="929649" y="1519699"/>
                </a:moveTo>
                <a:lnTo>
                  <a:pt x="1047521" y="1519699"/>
                </a:lnTo>
                <a:lnTo>
                  <a:pt x="1047521" y="1619041"/>
                </a:lnTo>
                <a:cubicBezTo>
                  <a:pt x="1016564" y="1612344"/>
                  <a:pt x="991412" y="1598801"/>
                  <a:pt x="972065" y="1578412"/>
                </a:cubicBezTo>
                <a:cubicBezTo>
                  <a:pt x="976976" y="1566505"/>
                  <a:pt x="981590" y="1553929"/>
                  <a:pt x="985906" y="1540684"/>
                </a:cubicBezTo>
                <a:close/>
                <a:moveTo>
                  <a:pt x="852853" y="1468353"/>
                </a:moveTo>
                <a:lnTo>
                  <a:pt x="852853" y="1519699"/>
                </a:lnTo>
                <a:lnTo>
                  <a:pt x="928533" y="1519699"/>
                </a:lnTo>
                <a:cubicBezTo>
                  <a:pt x="910822" y="1576253"/>
                  <a:pt x="885298" y="1620455"/>
                  <a:pt x="851960" y="1652305"/>
                </a:cubicBezTo>
                <a:cubicBezTo>
                  <a:pt x="870415" y="1664806"/>
                  <a:pt x="887382" y="1677010"/>
                  <a:pt x="902860" y="1688916"/>
                </a:cubicBezTo>
                <a:cubicBezTo>
                  <a:pt x="919826" y="1671950"/>
                  <a:pt x="935155" y="1651263"/>
                  <a:pt x="948848" y="1626855"/>
                </a:cubicBezTo>
                <a:cubicBezTo>
                  <a:pt x="979804" y="1659002"/>
                  <a:pt x="1029512" y="1675075"/>
                  <a:pt x="1097973" y="1675075"/>
                </a:cubicBezTo>
                <a:lnTo>
                  <a:pt x="1163160" y="1675968"/>
                </a:lnTo>
                <a:cubicBezTo>
                  <a:pt x="1217631" y="1676713"/>
                  <a:pt x="1255731" y="1676861"/>
                  <a:pt x="1277460" y="1676415"/>
                </a:cubicBezTo>
                <a:cubicBezTo>
                  <a:pt x="1281627" y="1660639"/>
                  <a:pt x="1287431" y="1643077"/>
                  <a:pt x="1294873" y="1623730"/>
                </a:cubicBezTo>
                <a:cubicBezTo>
                  <a:pt x="1250522" y="1624325"/>
                  <a:pt x="1212124" y="1624623"/>
                  <a:pt x="1179680" y="1624623"/>
                </a:cubicBezTo>
                <a:cubicBezTo>
                  <a:pt x="1151254" y="1624623"/>
                  <a:pt x="1127292" y="1624399"/>
                  <a:pt x="1107796" y="1623953"/>
                </a:cubicBezTo>
                <a:lnTo>
                  <a:pt x="1107796" y="1595601"/>
                </a:lnTo>
                <a:lnTo>
                  <a:pt x="1259601" y="1595601"/>
                </a:lnTo>
                <a:lnTo>
                  <a:pt x="1259601" y="1546934"/>
                </a:lnTo>
                <a:lnTo>
                  <a:pt x="1107796" y="1546934"/>
                </a:lnTo>
                <a:lnTo>
                  <a:pt x="1107796" y="1519699"/>
                </a:lnTo>
                <a:lnTo>
                  <a:pt x="1293980" y="1519699"/>
                </a:lnTo>
                <a:lnTo>
                  <a:pt x="1293980" y="1468353"/>
                </a:lnTo>
                <a:close/>
                <a:moveTo>
                  <a:pt x="1314965" y="1433081"/>
                </a:moveTo>
                <a:lnTo>
                  <a:pt x="1314965" y="1499161"/>
                </a:lnTo>
                <a:lnTo>
                  <a:pt x="1746269" y="1499161"/>
                </a:lnTo>
                <a:lnTo>
                  <a:pt x="1746269" y="1433081"/>
                </a:lnTo>
                <a:close/>
                <a:moveTo>
                  <a:pt x="1957902" y="1432188"/>
                </a:moveTo>
                <a:lnTo>
                  <a:pt x="1957902" y="1487105"/>
                </a:lnTo>
                <a:lnTo>
                  <a:pt x="2123101" y="1487105"/>
                </a:lnTo>
                <a:cubicBezTo>
                  <a:pt x="2110451" y="1511513"/>
                  <a:pt x="2094080" y="1533391"/>
                  <a:pt x="2073988" y="1552738"/>
                </a:cubicBezTo>
                <a:cubicBezTo>
                  <a:pt x="2052110" y="1534135"/>
                  <a:pt x="2032316" y="1512704"/>
                  <a:pt x="2014606" y="1488445"/>
                </a:cubicBezTo>
                <a:lnTo>
                  <a:pt x="1969511" y="1521038"/>
                </a:lnTo>
                <a:cubicBezTo>
                  <a:pt x="1985435" y="1546042"/>
                  <a:pt x="2004039" y="1568886"/>
                  <a:pt x="2025321" y="1589573"/>
                </a:cubicBezTo>
                <a:cubicBezTo>
                  <a:pt x="1997044" y="1606838"/>
                  <a:pt x="1964153" y="1620902"/>
                  <a:pt x="1926648" y="1631766"/>
                </a:cubicBezTo>
                <a:cubicBezTo>
                  <a:pt x="1944805" y="1656174"/>
                  <a:pt x="1957753" y="1674926"/>
                  <a:pt x="1965492" y="1688023"/>
                </a:cubicBezTo>
                <a:cubicBezTo>
                  <a:pt x="2007462" y="1672992"/>
                  <a:pt x="2044223" y="1653942"/>
                  <a:pt x="2075774" y="1630873"/>
                </a:cubicBezTo>
                <a:cubicBezTo>
                  <a:pt x="2106730" y="1652305"/>
                  <a:pt x="2141705" y="1670462"/>
                  <a:pt x="2180698" y="1685344"/>
                </a:cubicBezTo>
                <a:cubicBezTo>
                  <a:pt x="2191711" y="1664508"/>
                  <a:pt x="2202427" y="1644714"/>
                  <a:pt x="2212845" y="1625962"/>
                </a:cubicBezTo>
                <a:cubicBezTo>
                  <a:pt x="2180847" y="1616735"/>
                  <a:pt x="2151379" y="1604233"/>
                  <a:pt x="2124441" y="1588457"/>
                </a:cubicBezTo>
                <a:cubicBezTo>
                  <a:pt x="2152272" y="1558840"/>
                  <a:pt x="2174149" y="1524610"/>
                  <a:pt x="2190074" y="1485766"/>
                </a:cubicBezTo>
                <a:lnTo>
                  <a:pt x="2190074" y="1432188"/>
                </a:lnTo>
                <a:close/>
                <a:moveTo>
                  <a:pt x="966260" y="1373252"/>
                </a:moveTo>
                <a:lnTo>
                  <a:pt x="1180126" y="1373252"/>
                </a:lnTo>
                <a:lnTo>
                  <a:pt x="1180126" y="1397362"/>
                </a:lnTo>
                <a:lnTo>
                  <a:pt x="966260" y="1397362"/>
                </a:lnTo>
                <a:close/>
                <a:moveTo>
                  <a:pt x="966260" y="1309851"/>
                </a:moveTo>
                <a:lnTo>
                  <a:pt x="1180126" y="1309851"/>
                </a:lnTo>
                <a:lnTo>
                  <a:pt x="1180126" y="1333961"/>
                </a:lnTo>
                <a:lnTo>
                  <a:pt x="966260" y="1333961"/>
                </a:lnTo>
                <a:close/>
                <a:moveTo>
                  <a:pt x="1986031" y="1264310"/>
                </a:moveTo>
                <a:lnTo>
                  <a:pt x="1986031" y="1321460"/>
                </a:lnTo>
                <a:cubicBezTo>
                  <a:pt x="1986031" y="1352416"/>
                  <a:pt x="1974273" y="1375187"/>
                  <a:pt x="1950758" y="1389772"/>
                </a:cubicBezTo>
                <a:cubicBezTo>
                  <a:pt x="1967427" y="1402869"/>
                  <a:pt x="1982459" y="1415519"/>
                  <a:pt x="1995853" y="1427723"/>
                </a:cubicBezTo>
                <a:cubicBezTo>
                  <a:pt x="2011927" y="1414328"/>
                  <a:pt x="2023535" y="1400487"/>
                  <a:pt x="2030679" y="1386200"/>
                </a:cubicBezTo>
                <a:cubicBezTo>
                  <a:pt x="2037823" y="1371912"/>
                  <a:pt x="2041395" y="1349737"/>
                  <a:pt x="2041395" y="1319674"/>
                </a:cubicBezTo>
                <a:lnTo>
                  <a:pt x="2104795" y="1319674"/>
                </a:lnTo>
                <a:lnTo>
                  <a:pt x="2104795" y="1360304"/>
                </a:lnTo>
                <a:cubicBezTo>
                  <a:pt x="2104795" y="1393046"/>
                  <a:pt x="2120869" y="1409417"/>
                  <a:pt x="2153016" y="1409417"/>
                </a:cubicBezTo>
                <a:lnTo>
                  <a:pt x="2199450" y="1409417"/>
                </a:lnTo>
                <a:cubicBezTo>
                  <a:pt x="2202427" y="1391558"/>
                  <a:pt x="2205999" y="1373252"/>
                  <a:pt x="2210166" y="1354500"/>
                </a:cubicBezTo>
                <a:lnTo>
                  <a:pt x="2180251" y="1354500"/>
                </a:lnTo>
                <a:cubicBezTo>
                  <a:pt x="2167750" y="1354500"/>
                  <a:pt x="2161499" y="1347505"/>
                  <a:pt x="2161499" y="1333515"/>
                </a:cubicBezTo>
                <a:lnTo>
                  <a:pt x="2161499" y="1264310"/>
                </a:lnTo>
                <a:close/>
                <a:moveTo>
                  <a:pt x="904199" y="1260291"/>
                </a:moveTo>
                <a:lnTo>
                  <a:pt x="904199" y="1446922"/>
                </a:lnTo>
                <a:lnTo>
                  <a:pt x="1242188" y="1446922"/>
                </a:lnTo>
                <a:lnTo>
                  <a:pt x="1242188" y="1260291"/>
                </a:lnTo>
                <a:close/>
                <a:moveTo>
                  <a:pt x="1952544" y="1253594"/>
                </a:moveTo>
                <a:cubicBezTo>
                  <a:pt x="1882298" y="1265500"/>
                  <a:pt x="1830208" y="1272198"/>
                  <a:pt x="1796275" y="1273686"/>
                </a:cubicBezTo>
                <a:lnTo>
                  <a:pt x="1796275" y="1563008"/>
                </a:lnTo>
                <a:lnTo>
                  <a:pt x="1765467" y="1565687"/>
                </a:lnTo>
                <a:lnTo>
                  <a:pt x="1766807" y="1625516"/>
                </a:lnTo>
                <a:lnTo>
                  <a:pt x="1796275" y="1621720"/>
                </a:lnTo>
                <a:lnTo>
                  <a:pt x="1796275" y="1685791"/>
                </a:lnTo>
                <a:lnTo>
                  <a:pt x="1855657" y="1685791"/>
                </a:lnTo>
                <a:lnTo>
                  <a:pt x="1855657" y="1614353"/>
                </a:lnTo>
                <a:lnTo>
                  <a:pt x="1955223" y="1602298"/>
                </a:lnTo>
                <a:cubicBezTo>
                  <a:pt x="1955223" y="1582355"/>
                  <a:pt x="1955819" y="1563454"/>
                  <a:pt x="1957009" y="1545595"/>
                </a:cubicBezTo>
                <a:lnTo>
                  <a:pt x="1855657" y="1556980"/>
                </a:lnTo>
                <a:lnTo>
                  <a:pt x="1855657" y="1510323"/>
                </a:lnTo>
                <a:lnTo>
                  <a:pt x="1946294" y="1510323"/>
                </a:lnTo>
                <a:lnTo>
                  <a:pt x="1946294" y="1455851"/>
                </a:lnTo>
                <a:lnTo>
                  <a:pt x="1855657" y="1455851"/>
                </a:lnTo>
                <a:lnTo>
                  <a:pt x="1855657" y="1416114"/>
                </a:lnTo>
                <a:lnTo>
                  <a:pt x="1946294" y="1416114"/>
                </a:lnTo>
                <a:lnTo>
                  <a:pt x="1946294" y="1361643"/>
                </a:lnTo>
                <a:lnTo>
                  <a:pt x="1855657" y="1361643"/>
                </a:lnTo>
                <a:lnTo>
                  <a:pt x="1855657" y="1324139"/>
                </a:lnTo>
                <a:cubicBezTo>
                  <a:pt x="1890781" y="1321162"/>
                  <a:pt x="1929625" y="1316251"/>
                  <a:pt x="1972190" y="1309405"/>
                </a:cubicBezTo>
                <a:close/>
                <a:moveTo>
                  <a:pt x="1642238" y="738053"/>
                </a:moveTo>
                <a:lnTo>
                  <a:pt x="1876642" y="738053"/>
                </a:lnTo>
                <a:lnTo>
                  <a:pt x="1876642" y="781809"/>
                </a:lnTo>
                <a:lnTo>
                  <a:pt x="1642238" y="781809"/>
                </a:lnTo>
                <a:close/>
                <a:moveTo>
                  <a:pt x="1428372" y="708585"/>
                </a:moveTo>
                <a:lnTo>
                  <a:pt x="1378812" y="740732"/>
                </a:lnTo>
                <a:cubicBezTo>
                  <a:pt x="1411554" y="782106"/>
                  <a:pt x="1442957" y="824820"/>
                  <a:pt x="1473020" y="868873"/>
                </a:cubicBezTo>
                <a:lnTo>
                  <a:pt x="1528384" y="829583"/>
                </a:lnTo>
                <a:cubicBezTo>
                  <a:pt x="1495940" y="787315"/>
                  <a:pt x="1462602" y="746983"/>
                  <a:pt x="1428372" y="708585"/>
                </a:cubicBezTo>
                <a:close/>
                <a:moveTo>
                  <a:pt x="1297552" y="708139"/>
                </a:moveTo>
                <a:cubicBezTo>
                  <a:pt x="1265405" y="755169"/>
                  <a:pt x="1231621" y="795501"/>
                  <a:pt x="1196200" y="829136"/>
                </a:cubicBezTo>
                <a:cubicBezTo>
                  <a:pt x="1215250" y="843722"/>
                  <a:pt x="1232216" y="857860"/>
                  <a:pt x="1247099" y="871552"/>
                </a:cubicBezTo>
                <a:cubicBezTo>
                  <a:pt x="1281627" y="831964"/>
                  <a:pt x="1316006" y="789101"/>
                  <a:pt x="1350237" y="742965"/>
                </a:cubicBezTo>
                <a:close/>
                <a:moveTo>
                  <a:pt x="1642238" y="638934"/>
                </a:moveTo>
                <a:lnTo>
                  <a:pt x="1876642" y="638934"/>
                </a:lnTo>
                <a:lnTo>
                  <a:pt x="1876642" y="682243"/>
                </a:lnTo>
                <a:lnTo>
                  <a:pt x="1642238" y="682243"/>
                </a:lnTo>
                <a:close/>
                <a:moveTo>
                  <a:pt x="624253" y="567496"/>
                </a:moveTo>
                <a:lnTo>
                  <a:pt x="624253" y="625539"/>
                </a:lnTo>
                <a:lnTo>
                  <a:pt x="669795" y="625539"/>
                </a:lnTo>
                <a:lnTo>
                  <a:pt x="669795" y="774665"/>
                </a:lnTo>
                <a:cubicBezTo>
                  <a:pt x="669795" y="790441"/>
                  <a:pt x="664437" y="804282"/>
                  <a:pt x="653721" y="816188"/>
                </a:cubicBezTo>
                <a:lnTo>
                  <a:pt x="687208" y="857265"/>
                </a:lnTo>
                <a:cubicBezTo>
                  <a:pt x="721438" y="814700"/>
                  <a:pt x="758943" y="773623"/>
                  <a:pt x="799722" y="734035"/>
                </a:cubicBezTo>
                <a:cubicBezTo>
                  <a:pt x="791685" y="714985"/>
                  <a:pt x="785583" y="696828"/>
                  <a:pt x="781416" y="679564"/>
                </a:cubicBezTo>
                <a:lnTo>
                  <a:pt x="729177" y="727338"/>
                </a:lnTo>
                <a:lnTo>
                  <a:pt x="729177" y="567496"/>
                </a:lnTo>
                <a:close/>
                <a:moveTo>
                  <a:pt x="1081900" y="565264"/>
                </a:moveTo>
                <a:lnTo>
                  <a:pt x="1081900" y="625539"/>
                </a:lnTo>
                <a:lnTo>
                  <a:pt x="1126102" y="625539"/>
                </a:lnTo>
                <a:lnTo>
                  <a:pt x="1126102" y="769307"/>
                </a:lnTo>
                <a:cubicBezTo>
                  <a:pt x="1125804" y="784190"/>
                  <a:pt x="1122530" y="796394"/>
                  <a:pt x="1116279" y="805919"/>
                </a:cubicBezTo>
                <a:lnTo>
                  <a:pt x="1147980" y="846996"/>
                </a:lnTo>
                <a:cubicBezTo>
                  <a:pt x="1169113" y="825564"/>
                  <a:pt x="1200665" y="799222"/>
                  <a:pt x="1242634" y="767968"/>
                </a:cubicBezTo>
                <a:cubicBezTo>
                  <a:pt x="1238765" y="751894"/>
                  <a:pt x="1235342" y="729868"/>
                  <a:pt x="1232365" y="701888"/>
                </a:cubicBezTo>
                <a:lnTo>
                  <a:pt x="1187270" y="738500"/>
                </a:lnTo>
                <a:lnTo>
                  <a:pt x="1187270" y="565264"/>
                </a:lnTo>
                <a:close/>
                <a:moveTo>
                  <a:pt x="1642238" y="539814"/>
                </a:moveTo>
                <a:lnTo>
                  <a:pt x="1876642" y="539814"/>
                </a:lnTo>
                <a:lnTo>
                  <a:pt x="1876642" y="583123"/>
                </a:lnTo>
                <a:lnTo>
                  <a:pt x="1642238" y="583123"/>
                </a:lnTo>
                <a:close/>
                <a:moveTo>
                  <a:pt x="1301570" y="506774"/>
                </a:moveTo>
                <a:lnTo>
                  <a:pt x="1430158" y="506774"/>
                </a:lnTo>
                <a:lnTo>
                  <a:pt x="1430158" y="639380"/>
                </a:lnTo>
                <a:lnTo>
                  <a:pt x="1301570" y="639380"/>
                </a:lnTo>
                <a:close/>
                <a:moveTo>
                  <a:pt x="1239955" y="452303"/>
                </a:moveTo>
                <a:lnTo>
                  <a:pt x="1239955" y="693851"/>
                </a:lnTo>
                <a:lnTo>
                  <a:pt x="1491773" y="693851"/>
                </a:lnTo>
                <a:lnTo>
                  <a:pt x="1491773" y="452303"/>
                </a:lnTo>
                <a:close/>
                <a:moveTo>
                  <a:pt x="2336967" y="439802"/>
                </a:moveTo>
                <a:lnTo>
                  <a:pt x="2299016" y="476860"/>
                </a:lnTo>
                <a:cubicBezTo>
                  <a:pt x="2326698" y="499780"/>
                  <a:pt x="2351404" y="523443"/>
                  <a:pt x="2373133" y="547851"/>
                </a:cubicBezTo>
                <a:cubicBezTo>
                  <a:pt x="2383848" y="536838"/>
                  <a:pt x="2397838" y="523443"/>
                  <a:pt x="2415102" y="507667"/>
                </a:cubicBezTo>
                <a:cubicBezTo>
                  <a:pt x="2397540" y="490403"/>
                  <a:pt x="2371495" y="467782"/>
                  <a:pt x="2336967" y="439802"/>
                </a:cubicBezTo>
                <a:close/>
                <a:moveTo>
                  <a:pt x="1155570" y="430426"/>
                </a:moveTo>
                <a:lnTo>
                  <a:pt x="1103331" y="461233"/>
                </a:lnTo>
                <a:cubicBezTo>
                  <a:pt x="1121786" y="488617"/>
                  <a:pt x="1139943" y="517788"/>
                  <a:pt x="1157802" y="548744"/>
                </a:cubicBezTo>
                <a:lnTo>
                  <a:pt x="1214952" y="513025"/>
                </a:lnTo>
                <a:cubicBezTo>
                  <a:pt x="1194414" y="483260"/>
                  <a:pt x="1174620" y="455726"/>
                  <a:pt x="1155570" y="430426"/>
                </a:cubicBezTo>
                <a:close/>
                <a:moveTo>
                  <a:pt x="872499" y="429979"/>
                </a:moveTo>
                <a:cubicBezTo>
                  <a:pt x="873392" y="543833"/>
                  <a:pt x="866880" y="623419"/>
                  <a:pt x="852965" y="668737"/>
                </a:cubicBezTo>
                <a:cubicBezTo>
                  <a:pt x="839050" y="714055"/>
                  <a:pt x="805675" y="758145"/>
                  <a:pt x="752841" y="801008"/>
                </a:cubicBezTo>
                <a:cubicBezTo>
                  <a:pt x="768617" y="821844"/>
                  <a:pt x="782607" y="843424"/>
                  <a:pt x="794810" y="865748"/>
                </a:cubicBezTo>
                <a:cubicBezTo>
                  <a:pt x="852258" y="815146"/>
                  <a:pt x="891474" y="754871"/>
                  <a:pt x="912459" y="684922"/>
                </a:cubicBezTo>
                <a:cubicBezTo>
                  <a:pt x="926598" y="754871"/>
                  <a:pt x="963433" y="815295"/>
                  <a:pt x="1022964" y="866194"/>
                </a:cubicBezTo>
                <a:cubicBezTo>
                  <a:pt x="1035168" y="846549"/>
                  <a:pt x="1049902" y="823927"/>
                  <a:pt x="1067166" y="798329"/>
                </a:cubicBezTo>
                <a:cubicBezTo>
                  <a:pt x="991264" y="753978"/>
                  <a:pt x="947359" y="665202"/>
                  <a:pt x="935453" y="532001"/>
                </a:cubicBezTo>
                <a:cubicBezTo>
                  <a:pt x="937388" y="501045"/>
                  <a:pt x="938578" y="467037"/>
                  <a:pt x="939025" y="429979"/>
                </a:cubicBezTo>
                <a:close/>
                <a:moveTo>
                  <a:pt x="2221328" y="429086"/>
                </a:moveTo>
                <a:lnTo>
                  <a:pt x="2227132" y="555888"/>
                </a:lnTo>
                <a:lnTo>
                  <a:pt x="2140514" y="555888"/>
                </a:lnTo>
                <a:lnTo>
                  <a:pt x="2140514" y="505435"/>
                </a:lnTo>
                <a:cubicBezTo>
                  <a:pt x="2164773" y="502756"/>
                  <a:pt x="2187693" y="499780"/>
                  <a:pt x="2209273" y="496505"/>
                </a:cubicBezTo>
                <a:lnTo>
                  <a:pt x="2195432" y="440695"/>
                </a:lnTo>
                <a:cubicBezTo>
                  <a:pt x="2134115" y="449625"/>
                  <a:pt x="2070119" y="455875"/>
                  <a:pt x="2003444" y="459447"/>
                </a:cubicBezTo>
                <a:cubicBezTo>
                  <a:pt x="2007611" y="483855"/>
                  <a:pt x="2010290" y="502905"/>
                  <a:pt x="2011480" y="516597"/>
                </a:cubicBezTo>
                <a:lnTo>
                  <a:pt x="2074435" y="511909"/>
                </a:lnTo>
                <a:lnTo>
                  <a:pt x="2074435" y="555888"/>
                </a:lnTo>
                <a:lnTo>
                  <a:pt x="1993174" y="555888"/>
                </a:lnTo>
                <a:lnTo>
                  <a:pt x="1993174" y="613038"/>
                </a:lnTo>
                <a:lnTo>
                  <a:pt x="2074435" y="613038"/>
                </a:lnTo>
                <a:lnTo>
                  <a:pt x="2074435" y="670188"/>
                </a:lnTo>
                <a:cubicBezTo>
                  <a:pt x="2047497" y="673164"/>
                  <a:pt x="2020261" y="675843"/>
                  <a:pt x="1992728" y="678225"/>
                </a:cubicBezTo>
                <a:lnTo>
                  <a:pt x="2003890" y="741625"/>
                </a:lnTo>
                <a:lnTo>
                  <a:pt x="2074435" y="730463"/>
                </a:lnTo>
                <a:lnTo>
                  <a:pt x="2074435" y="784488"/>
                </a:lnTo>
                <a:cubicBezTo>
                  <a:pt x="2074435" y="792525"/>
                  <a:pt x="2073021" y="798440"/>
                  <a:pt x="2070193" y="802236"/>
                </a:cubicBezTo>
                <a:cubicBezTo>
                  <a:pt x="2067365" y="806031"/>
                  <a:pt x="2063273" y="807928"/>
                  <a:pt x="2057915" y="807928"/>
                </a:cubicBezTo>
                <a:lnTo>
                  <a:pt x="2048985" y="807705"/>
                </a:lnTo>
                <a:cubicBezTo>
                  <a:pt x="2033953" y="807705"/>
                  <a:pt x="2019219" y="807110"/>
                  <a:pt x="2004783" y="805919"/>
                </a:cubicBezTo>
                <a:cubicBezTo>
                  <a:pt x="2010736" y="819016"/>
                  <a:pt x="2016392" y="838661"/>
                  <a:pt x="2021749" y="864855"/>
                </a:cubicBezTo>
                <a:cubicBezTo>
                  <a:pt x="2047646" y="864855"/>
                  <a:pt x="2070267" y="864148"/>
                  <a:pt x="2089615" y="862734"/>
                </a:cubicBezTo>
                <a:cubicBezTo>
                  <a:pt x="2108963" y="861320"/>
                  <a:pt x="2122283" y="856260"/>
                  <a:pt x="2129575" y="847554"/>
                </a:cubicBezTo>
                <a:cubicBezTo>
                  <a:pt x="2136868" y="838847"/>
                  <a:pt x="2140514" y="826308"/>
                  <a:pt x="2140514" y="809937"/>
                </a:cubicBezTo>
                <a:lnTo>
                  <a:pt x="2140514" y="721087"/>
                </a:lnTo>
                <a:lnTo>
                  <a:pt x="2215970" y="711711"/>
                </a:lnTo>
                <a:cubicBezTo>
                  <a:pt x="2215375" y="704418"/>
                  <a:pt x="2215077" y="696456"/>
                  <a:pt x="2215077" y="687824"/>
                </a:cubicBezTo>
                <a:cubicBezTo>
                  <a:pt x="2215077" y="676959"/>
                  <a:pt x="2215524" y="664979"/>
                  <a:pt x="2216417" y="651882"/>
                </a:cubicBezTo>
                <a:cubicBezTo>
                  <a:pt x="2191413" y="655603"/>
                  <a:pt x="2166113" y="659100"/>
                  <a:pt x="2140514" y="662374"/>
                </a:cubicBezTo>
                <a:lnTo>
                  <a:pt x="2140514" y="613038"/>
                </a:lnTo>
                <a:lnTo>
                  <a:pt x="2230481" y="613038"/>
                </a:lnTo>
                <a:cubicBezTo>
                  <a:pt x="2234053" y="665723"/>
                  <a:pt x="2240006" y="708734"/>
                  <a:pt x="2248340" y="742072"/>
                </a:cubicBezTo>
                <a:cubicBezTo>
                  <a:pt x="2218723" y="762759"/>
                  <a:pt x="2186353" y="780469"/>
                  <a:pt x="2151230" y="795203"/>
                </a:cubicBezTo>
                <a:cubicBezTo>
                  <a:pt x="2166410" y="813360"/>
                  <a:pt x="2178614" y="830773"/>
                  <a:pt x="2187842" y="847442"/>
                </a:cubicBezTo>
                <a:cubicBezTo>
                  <a:pt x="2216268" y="832262"/>
                  <a:pt x="2243057" y="816040"/>
                  <a:pt x="2268209" y="798775"/>
                </a:cubicBezTo>
                <a:cubicBezTo>
                  <a:pt x="2290831" y="844317"/>
                  <a:pt x="2323573" y="867087"/>
                  <a:pt x="2366435" y="867087"/>
                </a:cubicBezTo>
                <a:cubicBezTo>
                  <a:pt x="2385634" y="867087"/>
                  <a:pt x="2400591" y="859125"/>
                  <a:pt x="2411307" y="843200"/>
                </a:cubicBezTo>
                <a:cubicBezTo>
                  <a:pt x="2422023" y="827276"/>
                  <a:pt x="2431622" y="796841"/>
                  <a:pt x="2440105" y="751894"/>
                </a:cubicBezTo>
                <a:cubicBezTo>
                  <a:pt x="2424627" y="745346"/>
                  <a:pt x="2406470" y="735226"/>
                  <a:pt x="2385634" y="721534"/>
                </a:cubicBezTo>
                <a:cubicBezTo>
                  <a:pt x="2382509" y="743114"/>
                  <a:pt x="2379011" y="761494"/>
                  <a:pt x="2375142" y="776674"/>
                </a:cubicBezTo>
                <a:cubicBezTo>
                  <a:pt x="2371272" y="791855"/>
                  <a:pt x="2368184" y="799966"/>
                  <a:pt x="2365877" y="801008"/>
                </a:cubicBezTo>
                <a:cubicBezTo>
                  <a:pt x="2363570" y="802049"/>
                  <a:pt x="2361450" y="802571"/>
                  <a:pt x="2359515" y="802571"/>
                </a:cubicBezTo>
                <a:cubicBezTo>
                  <a:pt x="2344632" y="802571"/>
                  <a:pt x="2331237" y="788357"/>
                  <a:pt x="2319331" y="759931"/>
                </a:cubicBezTo>
                <a:cubicBezTo>
                  <a:pt x="2356836" y="728826"/>
                  <a:pt x="2390248" y="694447"/>
                  <a:pt x="2419567" y="656793"/>
                </a:cubicBezTo>
                <a:lnTo>
                  <a:pt x="2371793" y="617949"/>
                </a:lnTo>
                <a:cubicBezTo>
                  <a:pt x="2350957" y="648012"/>
                  <a:pt x="2327442" y="675174"/>
                  <a:pt x="2301249" y="699433"/>
                </a:cubicBezTo>
                <a:cubicBezTo>
                  <a:pt x="2296933" y="675918"/>
                  <a:pt x="2293733" y="647119"/>
                  <a:pt x="2291649" y="613038"/>
                </a:cubicBezTo>
                <a:lnTo>
                  <a:pt x="2435640" y="613038"/>
                </a:lnTo>
                <a:lnTo>
                  <a:pt x="2435640" y="555888"/>
                </a:lnTo>
                <a:lnTo>
                  <a:pt x="2288970" y="555888"/>
                </a:lnTo>
                <a:cubicBezTo>
                  <a:pt x="2287036" y="514662"/>
                  <a:pt x="2285622" y="472395"/>
                  <a:pt x="2284729" y="429086"/>
                </a:cubicBezTo>
                <a:close/>
                <a:moveTo>
                  <a:pt x="692566" y="427747"/>
                </a:moveTo>
                <a:lnTo>
                  <a:pt x="646578" y="465251"/>
                </a:lnTo>
                <a:cubicBezTo>
                  <a:pt x="676641" y="498887"/>
                  <a:pt x="700156" y="526122"/>
                  <a:pt x="717122" y="546958"/>
                </a:cubicBezTo>
                <a:lnTo>
                  <a:pt x="768021" y="504542"/>
                </a:lnTo>
                <a:cubicBezTo>
                  <a:pt x="752246" y="487278"/>
                  <a:pt x="727094" y="461680"/>
                  <a:pt x="692566" y="427747"/>
                </a:cubicBezTo>
                <a:close/>
                <a:moveTo>
                  <a:pt x="1715015" y="426407"/>
                </a:moveTo>
                <a:cubicBezTo>
                  <a:pt x="1712038" y="441886"/>
                  <a:pt x="1707648" y="460191"/>
                  <a:pt x="1701843" y="481325"/>
                </a:cubicBezTo>
                <a:lnTo>
                  <a:pt x="1577944" y="481325"/>
                </a:lnTo>
                <a:lnTo>
                  <a:pt x="1577944" y="867534"/>
                </a:lnTo>
                <a:lnTo>
                  <a:pt x="1642238" y="867534"/>
                </a:lnTo>
                <a:lnTo>
                  <a:pt x="1642238" y="840298"/>
                </a:lnTo>
                <a:lnTo>
                  <a:pt x="1876642" y="840298"/>
                </a:lnTo>
                <a:lnTo>
                  <a:pt x="1876642" y="867087"/>
                </a:lnTo>
                <a:lnTo>
                  <a:pt x="1940936" y="867087"/>
                </a:lnTo>
                <a:lnTo>
                  <a:pt x="1940936" y="481325"/>
                </a:lnTo>
                <a:lnTo>
                  <a:pt x="1771048" y="481325"/>
                </a:lnTo>
                <a:lnTo>
                  <a:pt x="1788685" y="436677"/>
                </a:lnTo>
                <a:close/>
                <a:moveTo>
                  <a:pt x="0" y="0"/>
                </a:moveTo>
                <a:lnTo>
                  <a:pt x="3060340" y="0"/>
                </a:lnTo>
                <a:lnTo>
                  <a:pt x="3060340" y="4571886"/>
                </a:lnTo>
                <a:lnTo>
                  <a:pt x="0" y="4571886"/>
                </a:lnTo>
                <a:close/>
              </a:path>
            </a:pathLst>
          </a:custGeom>
          <a:solidFill>
            <a:schemeClr val="bg1">
              <a:alpha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47834582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2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animBg="1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矩形 7">
            <a:extLst>
              <a:ext uri="{FF2B5EF4-FFF2-40B4-BE49-F238E27FC236}">
                <a16:creationId xmlns:a16="http://schemas.microsoft.com/office/drawing/2014/main" id="{55B0230F-5FDC-4E01-BA42-495F65C063C4}"/>
              </a:ext>
            </a:extLst>
          </p:cNvPr>
          <p:cNvSpPr/>
          <p:nvPr/>
        </p:nvSpPr>
        <p:spPr>
          <a:xfrm>
            <a:off x="4572000" y="-900"/>
            <a:ext cx="4572000" cy="5144400"/>
          </a:xfrm>
          <a:prstGeom prst="rect">
            <a:avLst/>
          </a:prstGeom>
          <a:solidFill>
            <a:schemeClr val="tx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88176A5C-276C-4124-A0C3-33D07E19C3DF}"/>
              </a:ext>
            </a:extLst>
          </p:cNvPr>
          <p:cNvSpPr/>
          <p:nvPr/>
        </p:nvSpPr>
        <p:spPr>
          <a:xfrm>
            <a:off x="0" y="4083"/>
            <a:ext cx="4572000" cy="51444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E6FFB58A-86AF-4464-8718-BE088E23D39E}"/>
              </a:ext>
            </a:extLst>
          </p:cNvPr>
          <p:cNvSpPr txBox="1"/>
          <p:nvPr/>
        </p:nvSpPr>
        <p:spPr>
          <a:xfrm>
            <a:off x="1714500" y="1851670"/>
            <a:ext cx="2891326" cy="144655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zh-CN" altLang="en-US" sz="88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谢谢</a:t>
            </a: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05B74985-79F7-4B76-AE77-D288202840CD}"/>
              </a:ext>
            </a:extLst>
          </p:cNvPr>
          <p:cNvSpPr txBox="1"/>
          <p:nvPr/>
        </p:nvSpPr>
        <p:spPr>
          <a:xfrm>
            <a:off x="4605826" y="1851670"/>
            <a:ext cx="2880320" cy="144655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88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观看</a:t>
            </a:r>
          </a:p>
        </p:txBody>
      </p:sp>
    </p:spTree>
    <p:extLst>
      <p:ext uri="{BB962C8B-B14F-4D97-AF65-F5344CB8AC3E}">
        <p14:creationId xmlns:p14="http://schemas.microsoft.com/office/powerpoint/2010/main" val="258342222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" fill="hold">
                            <p:stCondLst>
                              <p:cond delay="500"/>
                            </p:stCondLst>
                            <p:childTnLst>
                              <p:par>
                                <p:cTn id="12" presetID="4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1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0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1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 animBg="1"/>
      <p:bldP spid="4" grpId="0" animBg="1"/>
      <p:bldP spid="6" grpId="0"/>
      <p:bldP spid="7" grpId="0"/>
    </p:bldLst>
  </p:timing>
</p:sld>
</file>

<file path=ppt/theme/theme1.xml><?xml version="1.0" encoding="utf-8"?>
<a:theme xmlns:a="http://schemas.openxmlformats.org/drawingml/2006/main" name="Office 主题​​">
  <a:themeElements>
    <a:clrScheme name="Office 主题​​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主题​​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主题​​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157</TotalTime>
  <Words>447</Words>
  <Application>Microsoft Office PowerPoint</Application>
  <PresentationFormat>全屏显示(16:9)</PresentationFormat>
  <Paragraphs>45</Paragraphs>
  <Slides>13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7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13</vt:i4>
      </vt:variant>
    </vt:vector>
  </HeadingPairs>
  <TitlesOfParts>
    <vt:vector size="21" baseType="lpstr">
      <vt:lpstr>等线</vt:lpstr>
      <vt:lpstr>等线 Light</vt:lpstr>
      <vt:lpstr>微软雅黑</vt:lpstr>
      <vt:lpstr>Arial</vt:lpstr>
      <vt:lpstr>Calibri</vt:lpstr>
      <vt:lpstr>Calibri Light</vt:lpstr>
      <vt:lpstr>Wingdings</vt:lpstr>
      <vt:lpstr>Office 主题​​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晟宇 杨</dc:creator>
  <cp:lastModifiedBy>晟宇 杨</cp:lastModifiedBy>
  <cp:revision>21</cp:revision>
  <dcterms:created xsi:type="dcterms:W3CDTF">2018-10-04T07:52:50Z</dcterms:created>
  <dcterms:modified xsi:type="dcterms:W3CDTF">2018-10-06T13:25:28Z</dcterms:modified>
</cp:coreProperties>
</file>