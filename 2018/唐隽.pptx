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379" r:id="rId3"/>
    <p:sldId id="380" r:id="rId4"/>
    <p:sldId id="300" r:id="rId5"/>
    <p:sldId id="334" r:id="rId6"/>
    <p:sldId id="264" r:id="rId7"/>
    <p:sldId id="267" r:id="rId8"/>
    <p:sldId id="338" r:id="rId9"/>
    <p:sldId id="335" r:id="rId10"/>
    <p:sldId id="261" r:id="rId11"/>
    <p:sldId id="304" r:id="rId12"/>
    <p:sldId id="263" r:id="rId13"/>
    <p:sldId id="381" r:id="rId14"/>
    <p:sldId id="382" r:id="rId15"/>
  </p:sldIdLst>
  <p:sldSz cx="17065625" cy="9577388"/>
  <p:notesSz cx="6858000" cy="9144000"/>
  <p:custDataLst>
    <p:tags r:id="rId18"/>
  </p:custDataLst>
  <p:defaultTextStyle>
    <a:lvl1pPr algn="ctr" defTabSz="408473">
      <a:defRPr sz="3500">
        <a:latin typeface="+mn-lt"/>
        <a:ea typeface="+mn-ea"/>
        <a:cs typeface="+mn-cs"/>
        <a:sym typeface="Helvetica Light"/>
      </a:defRPr>
    </a:lvl1pPr>
    <a:lvl2pPr indent="159837" algn="ctr" defTabSz="408473">
      <a:defRPr sz="3500">
        <a:latin typeface="+mn-lt"/>
        <a:ea typeface="+mn-ea"/>
        <a:cs typeface="+mn-cs"/>
        <a:sym typeface="Helvetica Light"/>
      </a:defRPr>
    </a:lvl2pPr>
    <a:lvl3pPr indent="319674" algn="ctr" defTabSz="408473">
      <a:defRPr sz="3500">
        <a:latin typeface="+mn-lt"/>
        <a:ea typeface="+mn-ea"/>
        <a:cs typeface="+mn-cs"/>
        <a:sym typeface="Helvetica Light"/>
      </a:defRPr>
    </a:lvl3pPr>
    <a:lvl4pPr indent="479511" algn="ctr" defTabSz="408473">
      <a:defRPr sz="3500">
        <a:latin typeface="+mn-lt"/>
        <a:ea typeface="+mn-ea"/>
        <a:cs typeface="+mn-cs"/>
        <a:sym typeface="Helvetica Light"/>
      </a:defRPr>
    </a:lvl4pPr>
    <a:lvl5pPr indent="639348" algn="ctr" defTabSz="408473">
      <a:defRPr sz="3500">
        <a:latin typeface="+mn-lt"/>
        <a:ea typeface="+mn-ea"/>
        <a:cs typeface="+mn-cs"/>
        <a:sym typeface="Helvetica Light"/>
      </a:defRPr>
    </a:lvl5pPr>
    <a:lvl6pPr indent="799186" algn="ctr" defTabSz="408473">
      <a:defRPr sz="3500">
        <a:latin typeface="+mn-lt"/>
        <a:ea typeface="+mn-ea"/>
        <a:cs typeface="+mn-cs"/>
        <a:sym typeface="Helvetica Light"/>
      </a:defRPr>
    </a:lvl6pPr>
    <a:lvl7pPr indent="959023" algn="ctr" defTabSz="408473">
      <a:defRPr sz="3500">
        <a:latin typeface="+mn-lt"/>
        <a:ea typeface="+mn-ea"/>
        <a:cs typeface="+mn-cs"/>
        <a:sym typeface="Helvetica Light"/>
      </a:defRPr>
    </a:lvl7pPr>
    <a:lvl8pPr indent="1118860" algn="ctr" defTabSz="408473">
      <a:defRPr sz="3500">
        <a:latin typeface="+mn-lt"/>
        <a:ea typeface="+mn-ea"/>
        <a:cs typeface="+mn-cs"/>
        <a:sym typeface="Helvetica Light"/>
      </a:defRPr>
    </a:lvl8pPr>
    <a:lvl9pPr indent="1278697" algn="ctr" defTabSz="408473">
      <a:defRPr sz="350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17">
          <p15:clr>
            <a:srgbClr val="A4A3A4"/>
          </p15:clr>
        </p15:guide>
        <p15:guide id="2" pos="537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2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4" autoAdjust="0"/>
    <p:restoredTop sz="93009" autoAdjust="0"/>
  </p:normalViewPr>
  <p:slideViewPr>
    <p:cSldViewPr snapToGrid="0" snapToObjects="1">
      <p:cViewPr varScale="1">
        <p:scale>
          <a:sx n="58" d="100"/>
          <a:sy n="58" d="100"/>
        </p:scale>
        <p:origin x="950" y="72"/>
      </p:cViewPr>
      <p:guideLst>
        <p:guide orient="horz" pos="3017"/>
        <p:guide pos="53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9" d="100"/>
        <a:sy n="99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5EA9480-3FFA-43C9-AD11-6226334FB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E14104-6F33-4E5A-9374-9FEB403AFC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7CF35-531C-4489-A4D7-7772B93CFD5C}" type="datetimeFigureOut">
              <a:rPr lang="zh-CN" altLang="en-US" smtClean="0"/>
              <a:t>2018/10/7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AE2F26-EA27-47EC-B90E-A7C9646A13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8C1549-A9C0-46A3-BFEE-C37DCCF497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AC5ED-A9D1-44A7-ACFB-A7ACB4AFF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415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" name="Shape 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92269248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1pPr>
    <a:lvl2pPr indent="159837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2pPr>
    <a:lvl3pPr indent="319674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3pPr>
    <a:lvl4pPr indent="479511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4pPr>
    <a:lvl5pPr indent="639348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5pPr>
    <a:lvl6pPr indent="799186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6pPr>
    <a:lvl7pPr indent="959023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7pPr>
    <a:lvl8pPr indent="1118860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8pPr>
    <a:lvl9pPr indent="1278697" defTabSz="319674">
      <a:lnSpc>
        <a:spcPct val="125000"/>
      </a:lnSpc>
      <a:defRPr sz="2200">
        <a:latin typeface="Avenir Book"/>
        <a:ea typeface="Avenir Book"/>
        <a:cs typeface="Avenir Book"/>
        <a:sym typeface="Avenir Book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963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21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05203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547"/>
          <p:cNvSpPr/>
          <p:nvPr userDrawn="1"/>
        </p:nvSpPr>
        <p:spPr>
          <a:xfrm flipV="1">
            <a:off x="409822" y="1334470"/>
            <a:ext cx="15940037" cy="0"/>
          </a:xfrm>
          <a:prstGeom prst="line">
            <a:avLst/>
          </a:prstGeom>
          <a:ln w="57150">
            <a:solidFill>
              <a:srgbClr val="9A9A9A"/>
            </a:solidFill>
            <a:prstDash val="sysDot"/>
            <a:miter lim="400000"/>
            <a:headEnd type="triangle" len="sm"/>
            <a:tailEnd type="triangle" len="sm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56550" y="440662"/>
            <a:ext cx="7929580" cy="523220"/>
            <a:chOff x="1223871" y="631083"/>
            <a:chExt cx="11330079" cy="749315"/>
          </a:xfrm>
        </p:grpSpPr>
        <p:sp>
          <p:nvSpPr>
            <p:cNvPr id="3" name="Shape 1545"/>
            <p:cNvSpPr/>
            <p:nvPr userDrawn="1"/>
          </p:nvSpPr>
          <p:spPr>
            <a:xfrm>
              <a:off x="1758500" y="631083"/>
              <a:ext cx="10795450" cy="7493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4000">
                  <a:solidFill>
                    <a:srgbClr val="656565"/>
                  </a:solidFill>
                  <a:latin typeface="Lato Black"/>
                  <a:ea typeface="Lato Black"/>
                  <a:cs typeface="Lato Black"/>
                  <a:sym typeface="Lato Black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endParaRPr sz="3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Shape 1546"/>
            <p:cNvSpPr/>
            <p:nvPr userDrawn="1"/>
          </p:nvSpPr>
          <p:spPr>
            <a:xfrm>
              <a:off x="1223871" y="980870"/>
              <a:ext cx="4895757" cy="3746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2000">
                  <a:solidFill>
                    <a:srgbClr val="656565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endParaRPr sz="17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0" name="Oval 69"/>
          <p:cNvSpPr/>
          <p:nvPr/>
        </p:nvSpPr>
        <p:spPr>
          <a:xfrm>
            <a:off x="15298041" y="1020917"/>
            <a:ext cx="181044" cy="18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Oval 70"/>
          <p:cNvSpPr/>
          <p:nvPr/>
        </p:nvSpPr>
        <p:spPr>
          <a:xfrm>
            <a:off x="15511423" y="1020917"/>
            <a:ext cx="181044" cy="1806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Oval 71"/>
          <p:cNvSpPr/>
          <p:nvPr/>
        </p:nvSpPr>
        <p:spPr>
          <a:xfrm>
            <a:off x="15724804" y="1020917"/>
            <a:ext cx="181044" cy="18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Oval 72"/>
          <p:cNvSpPr/>
          <p:nvPr/>
        </p:nvSpPr>
        <p:spPr>
          <a:xfrm>
            <a:off x="15938185" y="1020917"/>
            <a:ext cx="181044" cy="18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Oval 73"/>
          <p:cNvSpPr/>
          <p:nvPr/>
        </p:nvSpPr>
        <p:spPr>
          <a:xfrm>
            <a:off x="16151566" y="1020917"/>
            <a:ext cx="181044" cy="18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551"/>
          <p:cNvSpPr/>
          <p:nvPr userDrawn="1"/>
        </p:nvSpPr>
        <p:spPr>
          <a:xfrm>
            <a:off x="1046305" y="492311"/>
            <a:ext cx="35538" cy="625838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CEA0D3-7B5D-495A-B23E-731DE7513259}"/>
              </a:ext>
            </a:extLst>
          </p:cNvPr>
          <p:cNvSpPr/>
          <p:nvPr userDrawn="1"/>
        </p:nvSpPr>
        <p:spPr>
          <a:xfrm>
            <a:off x="621929" y="431047"/>
            <a:ext cx="31796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cap="none" spc="0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广式早茶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547"/>
          <p:cNvSpPr/>
          <p:nvPr userDrawn="1"/>
        </p:nvSpPr>
        <p:spPr>
          <a:xfrm flipV="1">
            <a:off x="409822" y="1334470"/>
            <a:ext cx="15940037" cy="0"/>
          </a:xfrm>
          <a:prstGeom prst="line">
            <a:avLst/>
          </a:prstGeom>
          <a:ln w="57150">
            <a:solidFill>
              <a:srgbClr val="9A9A9A"/>
            </a:solidFill>
            <a:prstDash val="sysDot"/>
            <a:miter lim="400000"/>
            <a:headEnd type="triangle" len="sm"/>
            <a:tailEnd type="triangle" len="sm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30721" y="440662"/>
            <a:ext cx="7555409" cy="764602"/>
            <a:chOff x="1758500" y="631083"/>
            <a:chExt cx="10795450" cy="1095004"/>
          </a:xfrm>
        </p:grpSpPr>
        <p:sp>
          <p:nvSpPr>
            <p:cNvPr id="3" name="Shape 1545"/>
            <p:cNvSpPr/>
            <p:nvPr userDrawn="1"/>
          </p:nvSpPr>
          <p:spPr>
            <a:xfrm>
              <a:off x="1758500" y="631083"/>
              <a:ext cx="10795450" cy="7493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4000">
                  <a:solidFill>
                    <a:srgbClr val="656565"/>
                  </a:solidFill>
                  <a:latin typeface="Lato Black"/>
                  <a:ea typeface="Lato Black"/>
                  <a:cs typeface="Lato Black"/>
                  <a:sym typeface="Lato Black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请在视图</a:t>
              </a:r>
              <a:r>
                <a:rPr lang="en-US" altLang="zh-CN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母版中修改您的标题文字</a:t>
              </a:r>
              <a:endParaRPr sz="3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Shape 1546"/>
            <p:cNvSpPr/>
            <p:nvPr userDrawn="1"/>
          </p:nvSpPr>
          <p:spPr>
            <a:xfrm>
              <a:off x="1771200" y="1351429"/>
              <a:ext cx="4895757" cy="3746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2000">
                  <a:solidFill>
                    <a:srgbClr val="656565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r>
                <a:rPr sz="17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Put your Amazing Sub Title Here</a:t>
              </a:r>
            </a:p>
          </p:txBody>
        </p:sp>
      </p:grpSp>
      <p:sp>
        <p:nvSpPr>
          <p:cNvPr id="8" name="Shape 1552"/>
          <p:cNvSpPr/>
          <p:nvPr userDrawn="1"/>
        </p:nvSpPr>
        <p:spPr>
          <a:xfrm>
            <a:off x="371887" y="292542"/>
            <a:ext cx="640600" cy="104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9949" tIns="49949" rIns="49949" bIns="49949" anchor="ctr">
            <a:spAutoFit/>
          </a:bodyPr>
          <a:lstStyle>
            <a:lvl1pPr>
              <a:lnSpc>
                <a:spcPct val="150000"/>
              </a:lnSpc>
              <a:defRPr sz="4500">
                <a:solidFill>
                  <a:srgbClr val="53585F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lnSpc>
                <a:spcPct val="100000"/>
              </a:lnSpc>
              <a:defRPr sz="1800">
                <a:solidFill>
                  <a:srgbClr val="000000"/>
                </a:solidFill>
              </a:defRPr>
            </a:pPr>
            <a:r>
              <a:rPr lang="en-US" sz="6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sz="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Oval 69"/>
          <p:cNvSpPr/>
          <p:nvPr/>
        </p:nvSpPr>
        <p:spPr>
          <a:xfrm>
            <a:off x="15298041" y="1020917"/>
            <a:ext cx="181044" cy="18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Oval 70"/>
          <p:cNvSpPr/>
          <p:nvPr/>
        </p:nvSpPr>
        <p:spPr>
          <a:xfrm>
            <a:off x="15511423" y="1020917"/>
            <a:ext cx="181044" cy="1806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Oval 71"/>
          <p:cNvSpPr/>
          <p:nvPr/>
        </p:nvSpPr>
        <p:spPr>
          <a:xfrm>
            <a:off x="15724804" y="1020917"/>
            <a:ext cx="181044" cy="18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Oval 72"/>
          <p:cNvSpPr/>
          <p:nvPr/>
        </p:nvSpPr>
        <p:spPr>
          <a:xfrm>
            <a:off x="15938185" y="1020917"/>
            <a:ext cx="181044" cy="18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Oval 73"/>
          <p:cNvSpPr/>
          <p:nvPr/>
        </p:nvSpPr>
        <p:spPr>
          <a:xfrm>
            <a:off x="16151566" y="1020917"/>
            <a:ext cx="181044" cy="18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551"/>
          <p:cNvSpPr/>
          <p:nvPr userDrawn="1"/>
        </p:nvSpPr>
        <p:spPr>
          <a:xfrm>
            <a:off x="1046305" y="492311"/>
            <a:ext cx="35538" cy="625838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5390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547"/>
          <p:cNvSpPr/>
          <p:nvPr userDrawn="1"/>
        </p:nvSpPr>
        <p:spPr>
          <a:xfrm flipV="1">
            <a:off x="409822" y="1334470"/>
            <a:ext cx="15940037" cy="0"/>
          </a:xfrm>
          <a:prstGeom prst="line">
            <a:avLst/>
          </a:prstGeom>
          <a:ln w="57150">
            <a:solidFill>
              <a:srgbClr val="9A9A9A"/>
            </a:solidFill>
            <a:prstDash val="sysDot"/>
            <a:miter lim="400000"/>
            <a:headEnd type="triangle" len="sm"/>
            <a:tailEnd type="triangle" len="sm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30721" y="440662"/>
            <a:ext cx="7555409" cy="764602"/>
            <a:chOff x="1758500" y="631083"/>
            <a:chExt cx="10795450" cy="1095004"/>
          </a:xfrm>
        </p:grpSpPr>
        <p:sp>
          <p:nvSpPr>
            <p:cNvPr id="3" name="Shape 1545"/>
            <p:cNvSpPr/>
            <p:nvPr userDrawn="1"/>
          </p:nvSpPr>
          <p:spPr>
            <a:xfrm>
              <a:off x="1758500" y="631083"/>
              <a:ext cx="10795450" cy="7493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4000">
                  <a:solidFill>
                    <a:srgbClr val="656565"/>
                  </a:solidFill>
                  <a:latin typeface="Lato Black"/>
                  <a:ea typeface="Lato Black"/>
                  <a:cs typeface="Lato Black"/>
                  <a:sym typeface="Lato Black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请在视图</a:t>
              </a:r>
              <a:r>
                <a:rPr lang="en-US" altLang="zh-CN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母版中修改您的标题文字</a:t>
              </a:r>
              <a:endParaRPr sz="3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Shape 1546"/>
            <p:cNvSpPr/>
            <p:nvPr userDrawn="1"/>
          </p:nvSpPr>
          <p:spPr>
            <a:xfrm>
              <a:off x="1771200" y="1351429"/>
              <a:ext cx="4895757" cy="3746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2000">
                  <a:solidFill>
                    <a:srgbClr val="656565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r>
                <a:rPr sz="17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Put your Amazing Sub Title Here</a:t>
              </a:r>
            </a:p>
          </p:txBody>
        </p:sp>
      </p:grpSp>
      <p:sp>
        <p:nvSpPr>
          <p:cNvPr id="8" name="Shape 1552"/>
          <p:cNvSpPr/>
          <p:nvPr userDrawn="1"/>
        </p:nvSpPr>
        <p:spPr>
          <a:xfrm>
            <a:off x="375814" y="292542"/>
            <a:ext cx="632747" cy="104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9949" tIns="49949" rIns="49949" bIns="49949" anchor="ctr">
            <a:spAutoFit/>
          </a:bodyPr>
          <a:lstStyle>
            <a:lvl1pPr>
              <a:lnSpc>
                <a:spcPct val="150000"/>
              </a:lnSpc>
              <a:defRPr sz="4500">
                <a:solidFill>
                  <a:srgbClr val="53585F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lnSpc>
                <a:spcPct val="100000"/>
              </a:lnSpc>
              <a:defRPr sz="1800">
                <a:solidFill>
                  <a:srgbClr val="000000"/>
                </a:solidFill>
              </a:defRPr>
            </a:pPr>
            <a:r>
              <a:rPr lang="en-US" sz="6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endParaRPr sz="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Oval 69"/>
          <p:cNvSpPr/>
          <p:nvPr/>
        </p:nvSpPr>
        <p:spPr>
          <a:xfrm>
            <a:off x="15298041" y="1020917"/>
            <a:ext cx="181044" cy="18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Oval 70"/>
          <p:cNvSpPr/>
          <p:nvPr/>
        </p:nvSpPr>
        <p:spPr>
          <a:xfrm>
            <a:off x="15511423" y="1020917"/>
            <a:ext cx="181044" cy="1806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Oval 71"/>
          <p:cNvSpPr/>
          <p:nvPr/>
        </p:nvSpPr>
        <p:spPr>
          <a:xfrm>
            <a:off x="15724804" y="1020917"/>
            <a:ext cx="181044" cy="18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Oval 72"/>
          <p:cNvSpPr/>
          <p:nvPr/>
        </p:nvSpPr>
        <p:spPr>
          <a:xfrm>
            <a:off x="15938185" y="1020917"/>
            <a:ext cx="181044" cy="18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Oval 73"/>
          <p:cNvSpPr/>
          <p:nvPr/>
        </p:nvSpPr>
        <p:spPr>
          <a:xfrm>
            <a:off x="16151566" y="1020917"/>
            <a:ext cx="181044" cy="18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551"/>
          <p:cNvSpPr/>
          <p:nvPr userDrawn="1"/>
        </p:nvSpPr>
        <p:spPr>
          <a:xfrm>
            <a:off x="1046305" y="492311"/>
            <a:ext cx="35538" cy="625838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601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547"/>
          <p:cNvSpPr/>
          <p:nvPr userDrawn="1"/>
        </p:nvSpPr>
        <p:spPr>
          <a:xfrm flipV="1">
            <a:off x="409822" y="1334470"/>
            <a:ext cx="15940037" cy="0"/>
          </a:xfrm>
          <a:prstGeom prst="line">
            <a:avLst/>
          </a:prstGeom>
          <a:ln w="57150">
            <a:solidFill>
              <a:srgbClr val="9A9A9A"/>
            </a:solidFill>
            <a:prstDash val="sysDot"/>
            <a:miter lim="400000"/>
            <a:headEnd type="triangle" len="sm"/>
            <a:tailEnd type="triangle" len="sm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30721" y="440662"/>
            <a:ext cx="7555409" cy="764602"/>
            <a:chOff x="1758500" y="631083"/>
            <a:chExt cx="10795450" cy="1095004"/>
          </a:xfrm>
        </p:grpSpPr>
        <p:sp>
          <p:nvSpPr>
            <p:cNvPr id="3" name="Shape 1545"/>
            <p:cNvSpPr/>
            <p:nvPr userDrawn="1"/>
          </p:nvSpPr>
          <p:spPr>
            <a:xfrm>
              <a:off x="1758500" y="631083"/>
              <a:ext cx="10795450" cy="7493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4000">
                  <a:solidFill>
                    <a:srgbClr val="656565"/>
                  </a:solidFill>
                  <a:latin typeface="Lato Black"/>
                  <a:ea typeface="Lato Black"/>
                  <a:cs typeface="Lato Black"/>
                  <a:sym typeface="Lato Black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请在视图</a:t>
              </a:r>
              <a:r>
                <a:rPr lang="en-US" altLang="zh-CN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3400" b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母版中修改您的标题文字</a:t>
              </a:r>
              <a:endParaRPr sz="3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Shape 1546"/>
            <p:cNvSpPr/>
            <p:nvPr userDrawn="1"/>
          </p:nvSpPr>
          <p:spPr>
            <a:xfrm>
              <a:off x="1771200" y="1351429"/>
              <a:ext cx="4895757" cy="3746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l" defTabSz="647700">
                <a:lnSpc>
                  <a:spcPct val="120000"/>
                </a:lnSpc>
                <a:spcBef>
                  <a:spcPts val="1700"/>
                </a:spcBef>
                <a:defRPr sz="2000">
                  <a:solidFill>
                    <a:srgbClr val="656565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r>
                <a:rPr sz="17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Put your Amazing Sub Title Here</a:t>
              </a:r>
            </a:p>
          </p:txBody>
        </p:sp>
      </p:grpSp>
      <p:sp>
        <p:nvSpPr>
          <p:cNvPr id="8" name="Shape 1552"/>
          <p:cNvSpPr/>
          <p:nvPr userDrawn="1"/>
        </p:nvSpPr>
        <p:spPr>
          <a:xfrm>
            <a:off x="329255" y="292542"/>
            <a:ext cx="725864" cy="104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9949" tIns="49949" rIns="49949" bIns="49949" anchor="ctr">
            <a:spAutoFit/>
          </a:bodyPr>
          <a:lstStyle>
            <a:lvl1pPr>
              <a:lnSpc>
                <a:spcPct val="150000"/>
              </a:lnSpc>
              <a:defRPr sz="4500">
                <a:solidFill>
                  <a:srgbClr val="53585F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lnSpc>
                <a:spcPct val="100000"/>
              </a:lnSpc>
              <a:defRPr sz="1800">
                <a:solidFill>
                  <a:srgbClr val="000000"/>
                </a:solidFill>
              </a:defRPr>
            </a:pPr>
            <a:r>
              <a:rPr lang="en-US" sz="6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endParaRPr sz="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Oval 69"/>
          <p:cNvSpPr/>
          <p:nvPr/>
        </p:nvSpPr>
        <p:spPr>
          <a:xfrm>
            <a:off x="15298041" y="1020917"/>
            <a:ext cx="181044" cy="18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Oval 70"/>
          <p:cNvSpPr/>
          <p:nvPr/>
        </p:nvSpPr>
        <p:spPr>
          <a:xfrm>
            <a:off x="15511423" y="1020917"/>
            <a:ext cx="181044" cy="1806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Oval 71"/>
          <p:cNvSpPr/>
          <p:nvPr/>
        </p:nvSpPr>
        <p:spPr>
          <a:xfrm>
            <a:off x="15724804" y="1020917"/>
            <a:ext cx="181044" cy="18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Oval 72"/>
          <p:cNvSpPr/>
          <p:nvPr/>
        </p:nvSpPr>
        <p:spPr>
          <a:xfrm>
            <a:off x="15938185" y="1020917"/>
            <a:ext cx="181044" cy="18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Oval 73"/>
          <p:cNvSpPr/>
          <p:nvPr/>
        </p:nvSpPr>
        <p:spPr>
          <a:xfrm>
            <a:off x="16151566" y="1020917"/>
            <a:ext cx="181044" cy="18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935" tIns="31967" rIns="63935" bIns="31967"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551"/>
          <p:cNvSpPr/>
          <p:nvPr userDrawn="1"/>
        </p:nvSpPr>
        <p:spPr>
          <a:xfrm>
            <a:off x="1046305" y="492311"/>
            <a:ext cx="35538" cy="625838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5567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7060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3" r:id="rId3"/>
    <p:sldLayoutId id="2147483654" r:id="rId4"/>
    <p:sldLayoutId id="2147483655" r:id="rId5"/>
    <p:sldLayoutId id="2147483657" r:id="rId6"/>
  </p:sldLayoutIdLst>
  <p:transition spd="med"/>
  <p:txStyles>
    <p:titleStyle>
      <a:lvl1pPr algn="ctr" defTabSz="408473">
        <a:defRPr sz="7800">
          <a:latin typeface="+mn-lt"/>
          <a:ea typeface="+mn-ea"/>
          <a:cs typeface="+mn-cs"/>
          <a:sym typeface="Helvetica Light"/>
        </a:defRPr>
      </a:lvl1pPr>
      <a:lvl2pPr indent="159837" algn="ctr" defTabSz="408473">
        <a:defRPr sz="7800">
          <a:latin typeface="+mn-lt"/>
          <a:ea typeface="+mn-ea"/>
          <a:cs typeface="+mn-cs"/>
          <a:sym typeface="Helvetica Light"/>
        </a:defRPr>
      </a:lvl2pPr>
      <a:lvl3pPr indent="319674" algn="ctr" defTabSz="408473">
        <a:defRPr sz="7800">
          <a:latin typeface="+mn-lt"/>
          <a:ea typeface="+mn-ea"/>
          <a:cs typeface="+mn-cs"/>
          <a:sym typeface="Helvetica Light"/>
        </a:defRPr>
      </a:lvl3pPr>
      <a:lvl4pPr indent="479511" algn="ctr" defTabSz="408473">
        <a:defRPr sz="7800">
          <a:latin typeface="+mn-lt"/>
          <a:ea typeface="+mn-ea"/>
          <a:cs typeface="+mn-cs"/>
          <a:sym typeface="Helvetica Light"/>
        </a:defRPr>
      </a:lvl4pPr>
      <a:lvl5pPr indent="639348" algn="ctr" defTabSz="408473">
        <a:defRPr sz="7800">
          <a:latin typeface="+mn-lt"/>
          <a:ea typeface="+mn-ea"/>
          <a:cs typeface="+mn-cs"/>
          <a:sym typeface="Helvetica Light"/>
        </a:defRPr>
      </a:lvl5pPr>
      <a:lvl6pPr indent="799186" algn="ctr" defTabSz="408473">
        <a:defRPr sz="7800">
          <a:latin typeface="+mn-lt"/>
          <a:ea typeface="+mn-ea"/>
          <a:cs typeface="+mn-cs"/>
          <a:sym typeface="Helvetica Light"/>
        </a:defRPr>
      </a:lvl6pPr>
      <a:lvl7pPr indent="959023" algn="ctr" defTabSz="408473">
        <a:defRPr sz="7800">
          <a:latin typeface="+mn-lt"/>
          <a:ea typeface="+mn-ea"/>
          <a:cs typeface="+mn-cs"/>
          <a:sym typeface="Helvetica Light"/>
        </a:defRPr>
      </a:lvl7pPr>
      <a:lvl8pPr indent="1118860" algn="ctr" defTabSz="408473">
        <a:defRPr sz="7800">
          <a:latin typeface="+mn-lt"/>
          <a:ea typeface="+mn-ea"/>
          <a:cs typeface="+mn-cs"/>
          <a:sym typeface="Helvetica Light"/>
        </a:defRPr>
      </a:lvl8pPr>
      <a:lvl9pPr indent="1278697" algn="ctr" defTabSz="408473">
        <a:defRPr sz="7800">
          <a:latin typeface="+mn-lt"/>
          <a:ea typeface="+mn-ea"/>
          <a:cs typeface="+mn-cs"/>
          <a:sym typeface="Helvetica Light"/>
        </a:defRPr>
      </a:lvl9pPr>
    </p:titleStyle>
    <p:bodyStyle>
      <a:lvl1pPr marL="431659" indent="-431659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1pPr>
      <a:lvl2pPr marL="483458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2pPr>
      <a:lvl3pPr marL="794252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3pPr>
      <a:lvl4pPr marL="1105046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4pPr>
      <a:lvl5pPr marL="1415841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5pPr>
      <a:lvl6pPr marL="1726635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6pPr>
      <a:lvl7pPr marL="2037430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7pPr>
      <a:lvl8pPr marL="2348224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8pPr>
      <a:lvl9pPr marL="2659018" indent="-172663" defTabSz="408473">
        <a:spcBef>
          <a:spcPts val="2937"/>
        </a:spcBef>
        <a:buSzPct val="75000"/>
        <a:buChar char="•"/>
        <a:defRPr sz="1400">
          <a:solidFill>
            <a:srgbClr val="656565"/>
          </a:solidFill>
          <a:latin typeface="Lato"/>
          <a:ea typeface="Lato"/>
          <a:cs typeface="Lato"/>
          <a:sym typeface="Lato"/>
        </a:defRPr>
      </a:lvl9pPr>
    </p:bodyStyle>
    <p:otherStyle>
      <a:lvl1pPr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1pPr>
      <a:lvl2pPr indent="159837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2pPr>
      <a:lvl3pPr indent="319674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3pPr>
      <a:lvl4pPr indent="479511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4pPr>
      <a:lvl5pPr indent="639348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5pPr>
      <a:lvl6pPr indent="799186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6pPr>
      <a:lvl7pPr indent="959023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7pPr>
      <a:lvl8pPr indent="1118860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8pPr>
      <a:lvl9pPr indent="1278697" algn="ctr" defTabSz="408473">
        <a:defRPr sz="1400">
          <a:solidFill>
            <a:schemeClr val="tx1"/>
          </a:solidFill>
          <a:latin typeface="+mn-lt"/>
          <a:ea typeface="+mn-ea"/>
          <a:cs typeface="+mn-cs"/>
          <a:sym typeface="Lato Blac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C:\Users\Administrator\Desktop\素材\6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77754" y="1482414"/>
            <a:ext cx="13573406" cy="417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Administrator\Desktop\素材\DZ-023.png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36349" y="2723966"/>
            <a:ext cx="2154921" cy="292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dministrator\Desktop\素材\DZ-023.png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52971" y="2897708"/>
            <a:ext cx="2359402" cy="270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Administrator\Desktop\素材\DZ-023.png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05605" y="2653904"/>
            <a:ext cx="3098681" cy="319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Administrator\Desktop\素材\DZ-023.png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053713" y="2526630"/>
            <a:ext cx="3633479" cy="332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 descr="C:\Users\Administrator\Desktop\素材\2.pn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1274" y="3213231"/>
            <a:ext cx="1065513" cy="271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Administrator\Desktop\素材\3.png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5884" y="3155110"/>
            <a:ext cx="2033748" cy="269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Administrator\Desktop\素材\4.png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3031" y="3041249"/>
            <a:ext cx="3108311" cy="290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Administrator\Desktop\素材\5.png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72718" y="3327087"/>
            <a:ext cx="2901461" cy="294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48CBCBC-E395-4F4D-9545-A93F83747FEC}"/>
              </a:ext>
            </a:extLst>
          </p:cNvPr>
          <p:cNvSpPr/>
          <p:nvPr/>
        </p:nvSpPr>
        <p:spPr>
          <a:xfrm>
            <a:off x="3348247" y="844799"/>
            <a:ext cx="9653141" cy="1197680"/>
          </a:xfrm>
          <a:prstGeom prst="rect">
            <a:avLst/>
          </a:prstGeom>
          <a:noFill/>
        </p:spPr>
        <p:txBody>
          <a:bodyPr wrap="square" lIns="91230" tIns="45615" rIns="91230" bIns="45615">
            <a:spAutoFit/>
          </a:bodyPr>
          <a:lstStyle/>
          <a:p>
            <a:pPr algn="ctr"/>
            <a:r>
              <a:rPr lang="zh-CN" altLang="en-US" sz="7184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微软雅黑" pitchFamily="34" charset="-122"/>
                <a:ea typeface="微软雅黑" pitchFamily="34" charset="-122"/>
                <a:cs typeface="Estrangelo Edessa" pitchFamily="66" charset="0"/>
              </a:rPr>
              <a:t>广东美食文化</a:t>
            </a:r>
            <a:r>
              <a:rPr lang="en-US" altLang="zh-CN" sz="7184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微软雅黑" pitchFamily="34" charset="-122"/>
                <a:ea typeface="微软雅黑" pitchFamily="34" charset="-122"/>
                <a:cs typeface="Estrangelo Edessa" pitchFamily="66" charset="0"/>
              </a:rPr>
              <a:t>—</a:t>
            </a:r>
            <a:r>
              <a:rPr lang="zh-CN" altLang="en-US" sz="7184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微软雅黑" pitchFamily="34" charset="-122"/>
                <a:ea typeface="微软雅黑" pitchFamily="34" charset="-122"/>
                <a:cs typeface="Estrangelo Edessa" pitchFamily="66" charset="0"/>
              </a:rPr>
              <a:t>早茶</a:t>
            </a:r>
            <a:endParaRPr lang="zh-CN" altLang="en-US" sz="7184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DC3D42-ADB1-4D23-AD32-907C50659372}"/>
              </a:ext>
            </a:extLst>
          </p:cNvPr>
          <p:cNvSpPr/>
          <p:nvPr/>
        </p:nvSpPr>
        <p:spPr>
          <a:xfrm>
            <a:off x="6904362" y="6141422"/>
            <a:ext cx="2720192" cy="921259"/>
          </a:xfrm>
          <a:prstGeom prst="rect">
            <a:avLst/>
          </a:prstGeom>
          <a:noFill/>
        </p:spPr>
        <p:txBody>
          <a:bodyPr wrap="none" lIns="91230" tIns="45615" rIns="91230" bIns="45615">
            <a:spAutoFit/>
          </a:bodyPr>
          <a:lstStyle/>
          <a:p>
            <a:pPr algn="ctr"/>
            <a:r>
              <a:rPr lang="zh-CN" altLang="en-US" sz="5388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计嵌</a:t>
            </a:r>
            <a:r>
              <a:rPr lang="en-US" altLang="zh-CN" sz="5388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181</a:t>
            </a:r>
            <a:endParaRPr lang="zh-CN" altLang="en-US" sz="5388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3F254B-1754-4010-B8AC-A7E70667EEB5}"/>
              </a:ext>
            </a:extLst>
          </p:cNvPr>
          <p:cNvSpPr/>
          <p:nvPr/>
        </p:nvSpPr>
        <p:spPr>
          <a:xfrm>
            <a:off x="-2842038" y="9960337"/>
            <a:ext cx="1566030" cy="921259"/>
          </a:xfrm>
          <a:prstGeom prst="rect">
            <a:avLst/>
          </a:prstGeom>
          <a:noFill/>
        </p:spPr>
        <p:txBody>
          <a:bodyPr wrap="none" lIns="91230" tIns="45615" rIns="91230" bIns="45615">
            <a:spAutoFit/>
          </a:bodyPr>
          <a:lstStyle/>
          <a:p>
            <a:pPr algn="ctr"/>
            <a:r>
              <a:rPr lang="zh-CN" altLang="en-US" sz="5388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唐隽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5088 -0.05519 L 0.05088 -0.05519 C 0.0587 -0.05685 0.0667 -0.05602 0.07423 -0.06017 C 0.11163 -0.08072 0.08037 -0.07044 0.09479 -0.08221 C 0.10344 -0.08917 0.11237 -0.09464 0.12093 -0.10177 C 0.12921 -0.10857 0.13702 -0.11768 0.14558 -0.12382 C 0.15014 -0.12697 0.15498 -0.12945 0.15935 -0.1336 C 0.17451 -0.14802 0.15981 -0.1389 0.17033 -0.14818 C 0.18474 -0.16111 0.15423 -0.12431 0.18679 -0.16294 C 0.18837 -0.16492 0.1894 -0.16807 0.19088 -0.17023 C 0.19219 -0.17222 0.19367 -0.17338 0.19507 -0.1752 C 0.19693 -0.17752 0.19879 -0.17984 0.20056 -0.18249 C 0.20205 -0.18482 0.20316 -0.18763 0.20465 -0.18979 C 0.21823 -0.21051 0.20344 -0.18664 0.21423 -0.20205 C 0.21526 -0.20355 0.216 -0.20553 0.21702 -0.20703 C 0.21833 -0.20885 0.21981 -0.21018 0.22112 -0.21183 C 0.22298 -0.21432 0.22474 -0.21681 0.2266 -0.21929 C 0.2346 -0.2294 0.22819 -0.21979 0.24177 -0.23388 C 0.24726 -0.23968 0.25256 -0.24598 0.25823 -0.25112 C 0.26009 -0.25261 0.26195 -0.2541 0.26372 -0.25592 C 0.28121 -0.27366 0.25702 -0.24963 0.2706 -0.2657 C 0.27507 -0.27101 0.28056 -0.27366 0.28437 -0.28046 C 0.2853 -0.28211 0.28595 -0.28427 0.28707 -0.28526 C 0.28874 -0.28675 0.29079 -0.28692 0.29256 -0.28775 C 0.30056 -0.29852 0.29935 -0.29703 0.31042 -0.30979 C 0.31274 -0.31245 0.31507 -0.3146 0.3173 -0.31709 C 0.32102 -0.32123 0.32446 -0.32587 0.32828 -0.32935 C 0.33107 -0.33184 0.33405 -0.33366 0.33656 -0.33681 C 0.3387 -0.33946 0.34 -0.34377 0.34205 -0.34659 C 0.34372 -0.34875 0.34586 -0.34924 0.34753 -0.3514 C 0.34912 -0.35339 0.35005 -0.35687 0.35163 -0.35869 C 0.35516 -0.36267 0.35926 -0.36449 0.3627 -0.36864 C 0.36484 -0.37112 0.36605 -0.3756 0.36819 -0.37842 C 0.37246 -0.38389 0.3774 -0.38787 0.38186 -0.393 C 0.39507 -0.40809 0.37898 -0.39267 0.39423 -0.40776 C 0.39609 -0.40958 0.39805 -0.41057 0.39972 -0.41256 C 0.40084 -0.41389 0.40149 -0.41604 0.40251 -0.41754 C 0.40521 -0.42168 0.40781 -0.42615 0.41079 -0.4298 C 0.4133 -0.43278 0.41637 -0.43428 0.41898 -0.43709 C 0.42549 -0.44406 0.43126 -0.4535 0.43823 -0.45914 C 0.44326 -0.46328 0.44856 -0.46643 0.4533 -0.47141 C 0.4573 -0.47555 0.46037 -0.48201 0.46437 -0.48616 C 0.46772 -0.48947 0.47181 -0.4903 0.47535 -0.49345 C 0.4893 -0.50588 0.47284 -0.49726 0.48633 -0.50323 C 0.48726 -0.50572 0.48781 -0.50853 0.48902 -0.51052 C 0.496 -0.52146 0.508 -0.53207 0.51516 -0.53986 C 0.57163 -0.60252 0.52949 -0.56207 0.56605 -0.59141 C 0.56977 -0.5944 0.5733 -0.59821 0.57702 -0.60119 C 0.59219 -0.61329 0.58865 -0.6113 0.59898 -0.61578 C 0.60177 -0.61909 0.60437 -0.62274 0.60726 -0.62556 C 0.62856 -0.64694 0.6293 -0.6486 0.65116 -0.66716 C 0.65433 -0.66998 0.65777 -0.67147 0.66084 -0.67462 C 0.66512 -0.67893 0.66902 -0.6844 0.67321 -0.68921 C 0.67451 -0.69087 0.67581 -0.69285 0.6773 -0.69418 L 0.71851 -0.73081 C 0.7213 -0.7333 0.72437 -0.73479 0.72679 -0.73827 C 0.73395 -0.74838 0.73191 -0.74706 0.73916 -0.75286 C 0.74753 -0.75982 0.77284 -0.77872 0.77619 -0.78468 C 0.78688 -0.80374 0.77088 -0.77673 0.79405 -0.80441 C 0.79684 -0.80756 0.79944 -0.81137 0.80233 -0.81419 C 0.83042 -0.84087 0.80102 -0.81104 0.82428 -0.82877 C 0.8373 -0.83872 0.8507 -0.84767 0.86279 -0.8606 C 0.86614 -0.86424 0.87042 -0.86855 0.87377 -0.87286 C 0.87749 -0.87767 0.88084 -0.88331 0.88474 -0.88762 C 0.88688 -0.88994 0.88958 -0.8901 0.89163 -0.89242 C 0.90465 -0.90734 0.9027 -0.91314 0.91777 -0.92193 C 0.9347 -0.93171 0.95209 -0.93917 0.96856 -0.95127 C 1.01014 -0.98193 0.99451 -0.97447 1.01395 -0.98309 C 1.01879 -0.99171 1.01423 -0.98508 1.02074 -0.99038 C 1.03051 -0.99834 1.03972 -1.00779 1.04967 -1.01492 C 1.05423 -1.01807 1.05898 -1.02088 1.06335 -1.0247 C 1.07042 -1.03066 1.07712 -1.03779 1.084 -1.04425 C 1.0867 -1.04674 1.08949 -1.04923 1.09219 -1.05155 C 1.09405 -1.05321 1.09591 -1.0547 1.09777 -1.05652 C 1.10279 -1.06133 1.10753 -1.06746 1.11284 -1.07111 C 1.11516 -1.07276 1.11749 -1.07409 1.11972 -1.07608 C 1.13674 -1.09116 1.12614 -1.08619 1.13898 -1.09067 C 1.14214 -1.09299 1.14558 -1.09481 1.14856 -1.09796 C 1.15023 -1.09978 1.15116 -1.1031 1.15265 -1.10525 C 1.15628 -1.11056 1.15684 -1.11023 1.16093 -1.11271 C 1.16958 -1.1331 1.16037 -1.11404 1.18019 -1.13708 C 1.18595 -1.14387 1.19181 -1.1505 1.19665 -1.15912 C 1.19898 -1.16327 1.20093 -1.16791 1.20353 -1.17139 C 1.20465 -1.17288 1.20912 -1.17388 1.20763 -1.17388 C 1.20437 -1.17388 1.20121 -1.17222 1.19805 -1.17139 C 1.19163 -1.15995 1.19526 -1.16907 1.19256 -1.15432 C 1.19172 -1.15001 1.18735 -1.14205 1.18977 -1.14205 C 1.19246 -1.14205 1.19172 -1.15133 1.19386 -1.15432 C 1.19581 -1.1568 1.19851 -1.15581 1.20074 -1.15664 C 1.20167 -1.15829 1.20288 -1.15962 1.20353 -1.16161 C 1.20884 -1.17736 1.19963 -1.15962 1.20763 -1.17868 C 1.21191 -1.18879 1.21414 -1.18714 1.2173 -1.19824 C 1.21767 -1.19973 1.2173 -1.20156 1.2173 -1.20321 L 1.15265 -1.30847 C 1.14233 -1.32422 1.14726 -1.32322 1.14028 -1.32322 L 0.02474 -1.35753 C 0.02335 -1.34609 0.02019 -1.33482 0.02065 -1.32322 C 0.02149 -1.30001 0.02735 -1.28443 0.03163 -1.26438 C 0.03265 -1.25957 0.03358 -1.2546 0.03442 -1.24979 C 0.0346 -1.2483 0.03628 -1.23487 0.03712 -1.23255 C 0.03823 -1.22973 0.04 -1.22791 0.04121 -1.22526 C 0.04995 -1.20669 0.03879 -1.22725 0.04679 -1.21299 C 0.04763 -1.20819 0.04884 -1.20338 0.04949 -1.19824 C 0.04995 -1.19526 0.05126 -1.18465 0.05228 -1.18117 C 0.05302 -1.17852 0.05405 -1.17636 0.05498 -1.17388 C 0.05544 -1.17056 0.05553 -1.16708 0.05637 -1.1641 C 0.05693 -1.16194 0.05833 -1.16095 0.05907 -1.15912 C 0.06019 -1.1568 0.06084 -1.15415 0.06186 -1.15183 C 0.06633 -1.14106 0.07033 -1.12945 0.07563 -1.12 C 0.07833 -1.11503 0.08167 -1.11105 0.08381 -1.10525 C 0.08753 -1.09547 0.08521 -1.09962 0.0907 -1.09299 C 0.09693 -1.07658 0.09386 -1.08271 0.09898 -1.07359 C 0.09944 -1.07111 0.09935 -1.06829 0.10037 -1.0663 C 0.12233 -1.02039 0.108 -1.05221 0.12093 -1.03199 C 0.12279 -1.02901 0.12465 -1.02569 0.12633 -1.02221 C 0.12744 -1.02005 0.12772 -1.01657 0.12912 -1.01492 C 0.17088 -0.96105 0.13721 -1.00663 0.15935 -0.98309 C 0.1613 -0.98094 0.1627 -0.97746 0.16484 -0.97563 C 0.16874 -0.97248 0.17302 -0.97083 0.17721 -0.96834 C 0.18633 -0.95491 0.19023 -0.94812 0.20195 -0.93651 C 0.20605 -0.93254 0.21023 -0.92856 0.21423 -0.92425 C 0.21944 -0.91878 0.22474 -0.91381 0.2294 -0.90718 C 0.23172 -0.90386 0.23377 -0.90021 0.23628 -0.8974 C 0.23888 -0.89441 0.24186 -0.89275 0.24446 -0.8901 C 0.24651 -0.88795 0.24809 -0.8848 0.24995 -0.88264 C 0.25172 -0.88082 0.25377 -0.87983 0.25553 -0.87784 C 0.27219 -0.85712 0.26205 -0.86408 0.272 -0.85811 C 0.29079 -0.83308 0.304 -0.81502 0.32967 -0.79214 L 0.33795 -0.78468 C 0.35191 -0.80971 0.33451 -0.7812 0.34484 -0.70893 C 0.35256 -0.65374 0.34791 -0.57699 0.37507 -0.54732 C 0.41963 -0.49842 0.47916 -0.52544 0.53033 -0.50572 C 0.65358 -0.45781 0.47367 -0.52693 0.59209 -0.48367 C 0.59991 -0.48069 0.60753 -0.47555 0.61544 -0.47389 C 0.62595 -0.47157 0.63656 -0.47223 0.64707 -0.47141 C 0.6574 -0.46229 0.64884 -0.47074 0.66214 -0.45185 C 0.66344 -0.45002 0.66502 -0.44886 0.66633 -0.44687 C 0.66781 -0.44472 0.66884 -0.4414 0.67042 -0.43958 C 0.67433 -0.43494 0.6787 -0.43162 0.68279 -0.42731 C 0.68419 -0.42582 0.6854 -0.4235 0.68688 -0.42251 C 0.69088 -0.41952 0.69535 -0.41853 0.69926 -0.41505 C 0.70865 -0.40693 0.71767 -0.39731 0.72679 -0.3882 C 0.72912 -0.38588 0.73172 -0.38422 0.73367 -0.38074 C 0.73498 -0.37842 0.73591 -0.37477 0.73777 -0.37344 C 0.75367 -0.36217 0.82316 -0.32886 0.82707 -0.32687 C 0.83293 -0.32405 0.83907 -0.32289 0.84493 -0.31957 C 0.8533 -0.31477 0.86102 -0.30631 0.86967 -0.3025 C 0.87144 -0.30167 0.8733 -0.30068 0.87516 -0.30001 C 0.87991 -0.29836 0.88837 -0.29637 0.89302 -0.29504 L 0.90679 -0.28775 C 0.90856 -0.28692 0.91042 -0.28626 0.91228 -0.28526 C 0.91637 -0.28311 0.92046 -0.28012 0.92465 -0.27797 C 0.92688 -0.27681 0.92921 -0.27664 0.93144 -0.27548 C 0.93609 -0.27333 0.94065 -0.27051 0.94521 -0.26819 C 0.94707 -0.2672 0.94884 -0.26653 0.9507 -0.2657 C 0.95712 -0.25808 0.95228 -0.26289 0.95898 -0.25841 C 0.96726 -0.25277 0.97516 -0.24565 0.98372 -0.24134 C 0.98688 -0.23968 0.99014 -0.23819 0.9933 -0.23636 C 0.99749 -0.23404 1.00567 -0.22907 1.00567 -0.22907 C 1.01805 -0.21134 1.00791 -0.2236 1.02902 -0.20951 C 1.03098 -0.20819 1.03265 -0.20587 1.03451 -0.20454 C 1.03953 -0.20106 1.04465 -0.19841 1.04967 -0.19476 C 1.05479 -0.19095 1.05981 -0.18697 1.06474 -0.18249 C 1.07488 -0.17354 1.06149 -0.18117 1.07572 -0.17272 C 1.08437 -0.16758 1.09321 -0.1631 1.10186 -0.15796 C 1.10419 -0.15664 1.10651 -0.15515 1.10874 -0.15316 C 1.11181 -0.15034 1.11553 -0.14387 1.11833 -0.14089 C 1.15377 -0.10227 1.12809 -0.1326 1.14167 -0.11636 C 1.14614 -0.10459 1.14781 -0.10243 1.14995 -0.08951 C 1.1506 -0.08553 1.15088 -0.08138 1.15135 -0.07724 C 1.14986 -0.02602 1.15935 0.00083 1.14446 0.0305 C 1.14186 0.03564 1.13926 0.04094 1.13619 0.04509 C 1.13507 0.04674 1.13349 0.04674 1.13209 0.04757 C 1.12419 0.05702 1.13107 0.05039 1.11693 0.05503 C 1.11553 0.05536 1.11423 0.05686 1.11284 0.05735 C 1.10688 0.05934 1.10093 0.06117 1.09498 0.06233 C 1.0826 0.06448 1.07023 0.06614 1.05786 0.06713 C 1.04688 0.06813 1.02381 0.06962 1.01116 0.07211 C 1.00474 0.07343 0.99833 0.07542 0.99191 0.07708 L 0.8573 0.07459 C 0.8294 0.07376 0.80009 0.07161 0.77209 0.06962 L 0.73367 0.06233 C 0.73219 0.06199 0.73098 0.06 0.72949 0.05984 C 0.68828 0.05752 0.60586 0.05503 0.60586 0.05503 C 0.60353 0.0542 0.6013 0.05321 0.59898 0.05255 C 0.59535 0.05155 0.59135 0.05288 0.588 0.05006 C 0.58502 0.04757 0.58112 0.03779 0.58112 0.03779 C 0.57991 0.02503 0.57879 0.01442 0.57842 0.00116 C 0.57591 -0.08122 0.58037 -0.04326 0.57423 -0.08702 C 0.57442 -0.10127 0.5734 -0.16509 0.57702 -0.19725 C 0.5774 -0.20106 0.58074 -0.21515 0.58112 -0.21681 C 0.58298 -0.26852 0.58009 -0.24067 0.5866 -0.27797 C 0.58763 -0.28361 0.5894 -0.29504 0.5894 -0.29504 L 0.5894 -0.29504 L 0.57842 -0.29753 " pathEditMode="relative" ptsTypes="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58470" y="4359966"/>
            <a:ext cx="8107155" cy="513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1475364" y="0"/>
            <a:ext cx="2251336" cy="1187118"/>
            <a:chOff x="395536" y="0"/>
            <a:chExt cx="1219316" cy="639165"/>
          </a:xfrm>
        </p:grpSpPr>
        <p:sp>
          <p:nvSpPr>
            <p:cNvPr id="5" name="矩形 4"/>
            <p:cNvSpPr/>
            <p:nvPr/>
          </p:nvSpPr>
          <p:spPr bwMode="auto">
            <a:xfrm>
              <a:off x="395536" y="0"/>
              <a:ext cx="1219316" cy="639165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miter lim="400000"/>
            </a:ln>
            <a:extLst/>
          </p:spPr>
          <p:txBody>
            <a:bodyPr lIns="50800" tIns="50800" rIns="50800" bIns="50800" anchor="ctr"/>
            <a:lstStyle/>
            <a:p>
              <a:pPr defTabSz="577190"/>
              <a:endPara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87946" y="88161"/>
              <a:ext cx="834496" cy="4308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 介</a:t>
              </a:r>
            </a:p>
          </p:txBody>
        </p:sp>
      </p:grpSp>
      <p:sp>
        <p:nvSpPr>
          <p:cNvPr id="8" name="Shape 120"/>
          <p:cNvSpPr/>
          <p:nvPr/>
        </p:nvSpPr>
        <p:spPr>
          <a:xfrm>
            <a:off x="1475364" y="1939384"/>
            <a:ext cx="1386161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452872">
              <a:spcBef>
                <a:spcPts val="1189"/>
              </a:spcBef>
              <a:defRPr sz="1800"/>
            </a:pPr>
            <a:endParaRPr lang="zh-CN" altLang="en-US" sz="2000" dirty="0">
              <a:solidFill>
                <a:schemeClr val="tx2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cs typeface="Lato"/>
              <a:sym typeface="Lato"/>
            </a:endParaRPr>
          </a:p>
        </p:txBody>
      </p:sp>
      <p:sp>
        <p:nvSpPr>
          <p:cNvPr id="9" name="Shape 1435"/>
          <p:cNvSpPr txBox="1">
            <a:spLocks/>
          </p:cNvSpPr>
          <p:nvPr/>
        </p:nvSpPr>
        <p:spPr>
          <a:xfrm>
            <a:off x="15785322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defRPr sz="1800">
                  <a:solidFill>
                    <a:srgbClr val="000000"/>
                  </a:solidFill>
                </a:defRPr>
              </a:pPr>
              <a:t>2</a:t>
            </a:fld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23F60B-667C-46F3-8C5B-7B8FF30B72CA}"/>
              </a:ext>
            </a:extLst>
          </p:cNvPr>
          <p:cNvSpPr txBox="1"/>
          <p:nvPr/>
        </p:nvSpPr>
        <p:spPr>
          <a:xfrm>
            <a:off x="0" y="1561849"/>
            <a:ext cx="8687710" cy="64536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defTabSz="584200" rtl="0" latinLnBrk="1" hangingPunct="0"/>
            <a:r>
              <a:rPr lang="zh-CN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广东早茶是一种岭南民间饮食风俗。广东人喜欢饮茶，尤其喜欢去茶馆饮早茶。广东的茶馆有早茶、午茶和夜茶三市，以饮早茶的最多。其中广东的首府广州更是以喝早茶著称，而广州人早晨去茶楼喝茶是一种传统，无论是家人或朋友聚议，总爱去茶楼，泡上一壶茶，要上两件点心，美名</a:t>
            </a:r>
            <a:r>
              <a:rPr lang="en-US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一盅两件</a:t>
            </a:r>
            <a:r>
              <a:rPr lang="en-US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，如此品茶尝点，风味横生。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C5BB0B0-2178-43D1-9CBE-B6FE268F0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470" y="-1"/>
            <a:ext cx="8107155" cy="450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9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02789" y="1866033"/>
            <a:ext cx="3409119" cy="493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1922" y="1866032"/>
            <a:ext cx="3460485" cy="49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64951" y="1866032"/>
            <a:ext cx="3535089" cy="49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53414" y="1866033"/>
            <a:ext cx="3547620" cy="493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1302790" y="6911274"/>
            <a:ext cx="3409118" cy="1775504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  <a:extLst/>
        </p:spPr>
        <p:txBody>
          <a:bodyPr lIns="35519" tIns="35519" rIns="35519" bIns="35519" anchor="ctr"/>
          <a:lstStyle/>
          <a:p>
            <a:pPr defTabSz="577190"/>
            <a:r>
              <a:rPr lang="zh-CN" altLang="en-US" sz="4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虾饺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4851922" y="6911274"/>
            <a:ext cx="3460485" cy="1775504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/>
        </p:spPr>
        <p:txBody>
          <a:bodyPr lIns="0" tIns="0" rIns="0" bIns="0" anchor="ctr"/>
          <a:lstStyle/>
          <a:p>
            <a:r>
              <a:rPr lang="zh-CN" altLang="en-US" sz="4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肠粉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8452420" y="6911274"/>
            <a:ext cx="3535089" cy="177550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/>
        </p:spPr>
        <p:txBody>
          <a:bodyPr lIns="0" tIns="0" rIns="0" bIns="0" anchor="ctr"/>
          <a:lstStyle/>
          <a:p>
            <a:r>
              <a:rPr lang="zh-CN" altLang="en-US" sz="4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叉烧包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2127523" y="6911274"/>
            <a:ext cx="3547620" cy="1775504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/>
        </p:spPr>
        <p:txBody>
          <a:bodyPr lIns="35519" tIns="35519" rIns="35519" bIns="35519" anchor="ctr"/>
          <a:lstStyle/>
          <a:p>
            <a:pPr defTabSz="577190"/>
            <a:r>
              <a:rPr lang="zh-CN" altLang="en-US" sz="4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烧卖</a:t>
            </a:r>
          </a:p>
        </p:txBody>
      </p:sp>
      <p:sp>
        <p:nvSpPr>
          <p:cNvPr id="10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3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881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05829" y="2935256"/>
            <a:ext cx="2358746" cy="652903"/>
            <a:chOff x="1722933" y="4203648"/>
            <a:chExt cx="3370264" cy="935038"/>
          </a:xfrm>
        </p:grpSpPr>
        <p:sp>
          <p:nvSpPr>
            <p:cNvPr id="1446" name="Shape 1446"/>
            <p:cNvSpPr/>
            <p:nvPr/>
          </p:nvSpPr>
          <p:spPr>
            <a:xfrm>
              <a:off x="1722933" y="4203648"/>
              <a:ext cx="3370264" cy="935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4669"/>
                  </a:lnTo>
                  <a:lnTo>
                    <a:pt x="9126" y="14669"/>
                  </a:lnTo>
                  <a:lnTo>
                    <a:pt x="10769" y="21600"/>
                  </a:lnTo>
                  <a:lnTo>
                    <a:pt x="12413" y="14669"/>
                  </a:lnTo>
                  <a:lnTo>
                    <a:pt x="21600" y="14669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dirty="0"/>
            </a:p>
          </p:txBody>
        </p:sp>
        <p:sp>
          <p:nvSpPr>
            <p:cNvPr id="1447" name="Shape 1447"/>
            <p:cNvSpPr/>
            <p:nvPr/>
          </p:nvSpPr>
          <p:spPr>
            <a:xfrm>
              <a:off x="2124272" y="4326870"/>
              <a:ext cx="2668168" cy="381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defTabSz="647700">
                <a:lnSpc>
                  <a:spcPct val="120000"/>
                </a:lnSpc>
                <a:spcBef>
                  <a:spcPts val="1700"/>
                </a:spcBef>
                <a:defRPr sz="25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 b="0">
                  <a:solidFill>
                    <a:srgbClr val="000000"/>
                  </a:solidFill>
                </a:defRPr>
              </a:pPr>
              <a:endParaRPr sz="1700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666120" y="2935256"/>
            <a:ext cx="2358746" cy="652903"/>
            <a:chOff x="5238289" y="4203648"/>
            <a:chExt cx="3370264" cy="935038"/>
          </a:xfrm>
        </p:grpSpPr>
        <p:sp>
          <p:nvSpPr>
            <p:cNvPr id="1448" name="Shape 1448"/>
            <p:cNvSpPr/>
            <p:nvPr/>
          </p:nvSpPr>
          <p:spPr>
            <a:xfrm>
              <a:off x="5238289" y="4203648"/>
              <a:ext cx="3370264" cy="935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4669"/>
                  </a:lnTo>
                  <a:lnTo>
                    <a:pt x="9126" y="14669"/>
                  </a:lnTo>
                  <a:lnTo>
                    <a:pt x="10769" y="21600"/>
                  </a:lnTo>
                  <a:lnTo>
                    <a:pt x="12413" y="14669"/>
                  </a:lnTo>
                  <a:lnTo>
                    <a:pt x="21600" y="14669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49" name="Shape 1449"/>
            <p:cNvSpPr/>
            <p:nvPr/>
          </p:nvSpPr>
          <p:spPr>
            <a:xfrm>
              <a:off x="5652837" y="4326870"/>
              <a:ext cx="2668168" cy="381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defTabSz="647700">
                <a:lnSpc>
                  <a:spcPct val="120000"/>
                </a:lnSpc>
                <a:spcBef>
                  <a:spcPts val="1700"/>
                </a:spcBef>
                <a:defRPr sz="25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 b="0">
                  <a:solidFill>
                    <a:srgbClr val="000000"/>
                  </a:solidFill>
                </a:defRPr>
              </a:pPr>
              <a:endParaRPr sz="17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135300" y="2935256"/>
            <a:ext cx="2358746" cy="652903"/>
            <a:chOff x="8766345" y="4203648"/>
            <a:chExt cx="3370264" cy="935038"/>
          </a:xfrm>
        </p:grpSpPr>
        <p:sp>
          <p:nvSpPr>
            <p:cNvPr id="1450" name="Shape 1450"/>
            <p:cNvSpPr/>
            <p:nvPr/>
          </p:nvSpPr>
          <p:spPr>
            <a:xfrm>
              <a:off x="8766345" y="4203648"/>
              <a:ext cx="3370264" cy="935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4669"/>
                  </a:lnTo>
                  <a:lnTo>
                    <a:pt x="9126" y="14669"/>
                  </a:lnTo>
                  <a:lnTo>
                    <a:pt x="10769" y="21600"/>
                  </a:lnTo>
                  <a:lnTo>
                    <a:pt x="12413" y="14669"/>
                  </a:lnTo>
                  <a:lnTo>
                    <a:pt x="21600" y="14669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51" name="Shape 1451"/>
            <p:cNvSpPr/>
            <p:nvPr/>
          </p:nvSpPr>
          <p:spPr>
            <a:xfrm>
              <a:off x="9194101" y="4326870"/>
              <a:ext cx="2668168" cy="381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defTabSz="647700">
                <a:lnSpc>
                  <a:spcPct val="120000"/>
                </a:lnSpc>
                <a:spcBef>
                  <a:spcPts val="1700"/>
                </a:spcBef>
                <a:defRPr sz="25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 b="0">
                  <a:solidFill>
                    <a:srgbClr val="000000"/>
                  </a:solidFill>
                </a:defRPr>
              </a:pPr>
              <a:endParaRPr sz="17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604539" y="2935256"/>
            <a:ext cx="2358745" cy="652903"/>
            <a:chOff x="12294485" y="4203648"/>
            <a:chExt cx="3370263" cy="935038"/>
          </a:xfrm>
        </p:grpSpPr>
        <p:sp>
          <p:nvSpPr>
            <p:cNvPr id="1452" name="Shape 1452"/>
            <p:cNvSpPr/>
            <p:nvPr/>
          </p:nvSpPr>
          <p:spPr>
            <a:xfrm>
              <a:off x="12294485" y="4203648"/>
              <a:ext cx="3370263" cy="935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4669"/>
                  </a:lnTo>
                  <a:lnTo>
                    <a:pt x="9126" y="14669"/>
                  </a:lnTo>
                  <a:lnTo>
                    <a:pt x="10769" y="21600"/>
                  </a:lnTo>
                  <a:lnTo>
                    <a:pt x="12413" y="14669"/>
                  </a:lnTo>
                  <a:lnTo>
                    <a:pt x="21600" y="14669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53" name="Shape 1453"/>
            <p:cNvSpPr/>
            <p:nvPr/>
          </p:nvSpPr>
          <p:spPr>
            <a:xfrm>
              <a:off x="12702640" y="4326870"/>
              <a:ext cx="2668169" cy="381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defTabSz="647700">
                <a:lnSpc>
                  <a:spcPct val="120000"/>
                </a:lnSpc>
                <a:spcBef>
                  <a:spcPts val="1700"/>
                </a:spcBef>
                <a:defRPr sz="25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 b="0">
                  <a:solidFill>
                    <a:srgbClr val="000000"/>
                  </a:solidFill>
                </a:defRPr>
              </a:pPr>
              <a:endParaRPr sz="17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64772" y="2935256"/>
            <a:ext cx="2358745" cy="652903"/>
            <a:chOff x="15809757" y="4203648"/>
            <a:chExt cx="3370263" cy="935038"/>
          </a:xfrm>
        </p:grpSpPr>
        <p:sp>
          <p:nvSpPr>
            <p:cNvPr id="1454" name="Shape 1454"/>
            <p:cNvSpPr/>
            <p:nvPr/>
          </p:nvSpPr>
          <p:spPr>
            <a:xfrm>
              <a:off x="15809757" y="4203648"/>
              <a:ext cx="3370263" cy="935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4669"/>
                  </a:lnTo>
                  <a:lnTo>
                    <a:pt x="9126" y="14669"/>
                  </a:lnTo>
                  <a:lnTo>
                    <a:pt x="10769" y="21600"/>
                  </a:lnTo>
                  <a:lnTo>
                    <a:pt x="12413" y="14669"/>
                  </a:lnTo>
                  <a:lnTo>
                    <a:pt x="21600" y="14669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55" name="Shape 1455"/>
            <p:cNvSpPr/>
            <p:nvPr/>
          </p:nvSpPr>
          <p:spPr>
            <a:xfrm>
              <a:off x="16276631" y="4326870"/>
              <a:ext cx="2668168" cy="381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defTabSz="647700">
                <a:lnSpc>
                  <a:spcPct val="120000"/>
                </a:lnSpc>
                <a:spcBef>
                  <a:spcPts val="1700"/>
                </a:spcBef>
                <a:defRPr sz="25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 b="0">
                  <a:solidFill>
                    <a:srgbClr val="000000"/>
                  </a:solidFill>
                </a:defRPr>
              </a:pPr>
              <a:endParaRPr sz="1700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3534010" y="2935256"/>
            <a:ext cx="2358745" cy="652903"/>
            <a:chOff x="19337897" y="4203648"/>
            <a:chExt cx="3370263" cy="935038"/>
          </a:xfrm>
        </p:grpSpPr>
        <p:sp>
          <p:nvSpPr>
            <p:cNvPr id="1456" name="Shape 1456"/>
            <p:cNvSpPr/>
            <p:nvPr/>
          </p:nvSpPr>
          <p:spPr>
            <a:xfrm>
              <a:off x="19337897" y="4203648"/>
              <a:ext cx="3370263" cy="935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4669"/>
                  </a:lnTo>
                  <a:lnTo>
                    <a:pt x="9126" y="14669"/>
                  </a:lnTo>
                  <a:lnTo>
                    <a:pt x="10769" y="21600"/>
                  </a:lnTo>
                  <a:lnTo>
                    <a:pt x="12413" y="14669"/>
                  </a:lnTo>
                  <a:lnTo>
                    <a:pt x="21600" y="14669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57" name="Shape 1457"/>
            <p:cNvSpPr/>
            <p:nvPr/>
          </p:nvSpPr>
          <p:spPr>
            <a:xfrm>
              <a:off x="19752360" y="4326870"/>
              <a:ext cx="2668168" cy="381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defTabSz="647700">
                <a:lnSpc>
                  <a:spcPct val="120000"/>
                </a:lnSpc>
                <a:spcBef>
                  <a:spcPts val="1700"/>
                </a:spcBef>
                <a:defRPr sz="25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lvl1pPr>
            </a:lstStyle>
            <a:p>
              <a:pPr lvl="0">
                <a:lnSpc>
                  <a:spcPct val="100000"/>
                </a:lnSpc>
                <a:defRPr sz="1800" b="0">
                  <a:solidFill>
                    <a:srgbClr val="000000"/>
                  </a:solidFill>
                </a:defRPr>
              </a:pPr>
              <a:endParaRPr sz="1700" dirty="0"/>
            </a:p>
          </p:txBody>
        </p:sp>
      </p:grpSp>
      <p:sp>
        <p:nvSpPr>
          <p:cNvPr id="48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4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29B7298-F016-448C-953C-F068A8244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05829" y="3370078"/>
            <a:ext cx="2358746" cy="321404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34851ED-5384-4129-9B49-EDDE0251E8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010" y="3370079"/>
            <a:ext cx="2358744" cy="321404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A76E21A-C415-4197-BD9E-4EDC952AC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2186" y="3370080"/>
            <a:ext cx="2341859" cy="321404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A63199C-6A22-4DB5-9C8B-66143717BC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477" y="3370080"/>
            <a:ext cx="2358744" cy="321404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BE16097-39DB-42E6-B22A-5D143EE50E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772" y="3370389"/>
            <a:ext cx="2325843" cy="321373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F331189-6E03-4BBB-998B-8ADE0D2216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1948" y="3370077"/>
            <a:ext cx="2358744" cy="321373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00F2784-4FBC-46C0-8E46-B6A094DAB561}"/>
              </a:ext>
            </a:extLst>
          </p:cNvPr>
          <p:cNvSpPr txBox="1"/>
          <p:nvPr/>
        </p:nvSpPr>
        <p:spPr>
          <a:xfrm>
            <a:off x="1286211" y="7263829"/>
            <a:ext cx="2067873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icrosoft New Tai Lue" panose="020B0502040204020203" pitchFamily="34" charset="0"/>
                <a:ea typeface="黑体" panose="02010609060101010101" pitchFamily="49" charset="-122"/>
                <a:cs typeface="Microsoft New Tai Lue" panose="020B0502040204020203" pitchFamily="34" charset="0"/>
                <a:sym typeface="Helvetica Light"/>
              </a:rPr>
              <a:t>蒸排骨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E16E02-EF56-40C3-BFB1-F710E39E13D3}"/>
              </a:ext>
            </a:extLst>
          </p:cNvPr>
          <p:cNvSpPr txBox="1"/>
          <p:nvPr/>
        </p:nvSpPr>
        <p:spPr>
          <a:xfrm>
            <a:off x="3820445" y="7190031"/>
            <a:ext cx="2067873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黑体" panose="02010609060101010101" pitchFamily="49" charset="-122"/>
                <a:ea typeface="黑体" panose="02010609060101010101" pitchFamily="49" charset="-122"/>
                <a:sym typeface="Helvetica Light"/>
              </a:rPr>
              <a:t>奶黄包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6355BE-F345-4B4D-A090-F81C52931D65}"/>
              </a:ext>
            </a:extLst>
          </p:cNvPr>
          <p:cNvSpPr txBox="1"/>
          <p:nvPr/>
        </p:nvSpPr>
        <p:spPr>
          <a:xfrm>
            <a:off x="6291206" y="7190032"/>
            <a:ext cx="2067873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黑体" panose="02010609060101010101" pitchFamily="49" charset="-122"/>
                <a:ea typeface="黑体" panose="02010609060101010101" pitchFamily="49" charset="-122"/>
                <a:sym typeface="Helvetica Light"/>
              </a:rPr>
              <a:t>流沙包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4B7F65D-48B4-472F-9263-78882065B880}"/>
              </a:ext>
            </a:extLst>
          </p:cNvPr>
          <p:cNvSpPr txBox="1"/>
          <p:nvPr/>
        </p:nvSpPr>
        <p:spPr>
          <a:xfrm>
            <a:off x="8825440" y="7190030"/>
            <a:ext cx="1426672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黑体" panose="02010609060101010101" pitchFamily="49" charset="-122"/>
                <a:ea typeface="黑体" panose="02010609060101010101" pitchFamily="49" charset="-122"/>
                <a:sym typeface="Helvetica Light"/>
              </a:rPr>
              <a:t>凤爪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E62CF7-9726-416E-9D56-6DCA89891229}"/>
              </a:ext>
            </a:extLst>
          </p:cNvPr>
          <p:cNvSpPr txBox="1"/>
          <p:nvPr/>
        </p:nvSpPr>
        <p:spPr>
          <a:xfrm>
            <a:off x="11121361" y="7190029"/>
            <a:ext cx="2067873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黑体" panose="02010609060101010101" pitchFamily="49" charset="-122"/>
                <a:ea typeface="黑体" panose="02010609060101010101" pitchFamily="49" charset="-122"/>
                <a:sym typeface="Helvetica Light"/>
              </a:rPr>
              <a:t>金钱肚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7D0A66F-E154-4B6D-9D67-04ADC572FD96}"/>
              </a:ext>
            </a:extLst>
          </p:cNvPr>
          <p:cNvSpPr txBox="1"/>
          <p:nvPr/>
        </p:nvSpPr>
        <p:spPr>
          <a:xfrm>
            <a:off x="13723828" y="7151014"/>
            <a:ext cx="2067873" cy="9137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黑体" panose="02010609060101010101" pitchFamily="49" charset="-122"/>
                <a:ea typeface="黑体" panose="02010609060101010101" pitchFamily="49" charset="-122"/>
                <a:sym typeface="Helvetica Light"/>
              </a:rPr>
              <a:t>姜撞奶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5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104D1A-AEDD-4E62-9158-819A877E8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879" y="1356475"/>
            <a:ext cx="8130746" cy="41080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C8DB875-C90E-409D-98EF-E33857D21B4A}"/>
              </a:ext>
            </a:extLst>
          </p:cNvPr>
          <p:cNvSpPr txBox="1"/>
          <p:nvPr/>
        </p:nvSpPr>
        <p:spPr>
          <a:xfrm>
            <a:off x="733670" y="1356475"/>
            <a:ext cx="8347934" cy="3529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defTabSz="584200" rtl="0" latinLnBrk="1" hangingPunct="0"/>
            <a:r>
              <a:rPr kumimoji="0" lang="zh-CN" altLang="en-US" sz="4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黑体" panose="02010609060101010101" pitchFamily="49" charset="-122"/>
                <a:ea typeface="黑体" panose="02010609060101010101" pitchFamily="49" charset="-122"/>
                <a:sym typeface="Helvetica Light"/>
              </a:rPr>
              <a:t>虾饺是广东地区著名的传统小吃，属粤菜系。传统的虾饺是半月形，蜘蛛肚共有十二褶的，馅料有虾，有肉，有笋，味道鲜美爽滑，美味可口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524BCF-E087-45E7-A984-B75603A08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8901"/>
            <a:ext cx="8130746" cy="42335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0E8213-B774-4FD7-A5E5-E2807B821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746" y="5464487"/>
            <a:ext cx="8934879" cy="410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6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lip dir="r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sldNum" sz="quarter" idx="4294967295"/>
          </p:nvPr>
        </p:nvSpPr>
        <p:spPr>
          <a:xfrm>
            <a:off x="15357333" y="150770"/>
            <a:ext cx="211988" cy="3125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pPr lvl="0">
                <a:defRPr sz="1800">
                  <a:solidFill>
                    <a:srgbClr val="000000"/>
                  </a:solidFill>
                </a:defRPr>
              </a:pPr>
              <a:t>6</a:t>
            </a:fld>
            <a:endParaRPr sz="140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6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097757-A1DD-42FE-921F-675BF22C4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0188"/>
            <a:ext cx="6350000" cy="4267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A166D81-2AAA-4E3B-A7A3-2F9823B8B8F4}"/>
              </a:ext>
            </a:extLst>
          </p:cNvPr>
          <p:cNvSpPr txBox="1"/>
          <p:nvPr/>
        </p:nvSpPr>
        <p:spPr>
          <a:xfrm>
            <a:off x="7103299" y="1336313"/>
            <a:ext cx="9316364" cy="4391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defTabSz="584200" rtl="0" latinLnBrk="1" hangingPunct="0"/>
            <a:r>
              <a:rPr kumimoji="0" lang="zh-CN" altLang="en-US" sz="4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烧卖，又称烧麦，是一种以烫面为</a:t>
            </a:r>
            <a:r>
              <a:rPr lang="zh-CN" altLang="en-US" sz="4800" b="1" dirty="0">
                <a:solidFill>
                  <a:srgbClr val="FF0000"/>
                </a:solidFill>
              </a:rPr>
              <a:t>皮，包裹肉馅上笼蒸熟的中国传统面食。皮薄馅大，形若杯，底为圆，腰收细，上面如同花边，美观好吃。</a:t>
            </a:r>
          </a:p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5B6621-BA4A-4225-892B-155A449DC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97" y="4399006"/>
            <a:ext cx="8255257" cy="50170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AD8B2BD-8EA9-432B-9AF6-BEEFA7156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" y="1312235"/>
            <a:ext cx="4987052" cy="3997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prism/>
      </p:transition>
    </mc:Choice>
    <mc:Fallback xmlns=""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7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2D8680-E98D-43CE-8330-188014C8D976}"/>
              </a:ext>
            </a:extLst>
          </p:cNvPr>
          <p:cNvSpPr/>
          <p:nvPr/>
        </p:nvSpPr>
        <p:spPr>
          <a:xfrm>
            <a:off x="4285503" y="4327029"/>
            <a:ext cx="849463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看到这里可能你们会觉得说</a:t>
            </a:r>
            <a:endParaRPr lang="en-US" altLang="zh-CN" sz="5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ctr"/>
            <a:r>
              <a:rPr lang="zh-CN" alt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早茶是广东人的灵魂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switch dir="r"/>
      </p:transition>
    </mc:Choice>
    <mc:Fallback xmlns=""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8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F9E94D-B29E-4261-8B8E-1F31765C4DAE}"/>
              </a:ext>
            </a:extLst>
          </p:cNvPr>
          <p:cNvSpPr/>
          <p:nvPr/>
        </p:nvSpPr>
        <p:spPr>
          <a:xfrm>
            <a:off x="4631751" y="4327029"/>
            <a:ext cx="78021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我烫碗筷不要面子的吗？</a:t>
            </a:r>
          </a:p>
        </p:txBody>
      </p:sp>
    </p:spTree>
    <p:extLst>
      <p:ext uri="{BB962C8B-B14F-4D97-AF65-F5344CB8AC3E}">
        <p14:creationId xmlns:p14="http://schemas.microsoft.com/office/powerpoint/2010/main" val="202162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flip dir="r"/>
      </p:transition>
    </mc:Choice>
    <mc:Fallback xmlns=""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9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1FB2A85-E9B5-49AF-8E3F-6690F55F2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5" y="1381700"/>
            <a:ext cx="16397416" cy="796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03078"/>
      </p:ext>
    </p:extLst>
  </p:cSld>
  <p:clrMapOvr>
    <a:masterClrMapping/>
  </p:clrMapOvr>
  <p:transition spd="slow" advTm="0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sldNum" sz="quarter" idx="4294967295"/>
          </p:nvPr>
        </p:nvSpPr>
        <p:spPr>
          <a:xfrm>
            <a:off x="15357333" y="150770"/>
            <a:ext cx="211988" cy="3125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pPr lvl="0">
                <a:defRPr sz="1800">
                  <a:solidFill>
                    <a:srgbClr val="000000"/>
                  </a:solidFill>
                </a:defRPr>
              </a:pPr>
              <a:t>10</a:t>
            </a:fld>
            <a:endParaRPr sz="140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10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5F2EB6-63EF-4F04-B4BE-25A2626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44594"/>
            <a:ext cx="16829903" cy="8032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flip dir="r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Shape 1550"/>
          <p:cNvSpPr/>
          <p:nvPr/>
        </p:nvSpPr>
        <p:spPr>
          <a:xfrm>
            <a:off x="1486714" y="3104039"/>
            <a:ext cx="13919274" cy="266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defTabSz="647700">
              <a:lnSpc>
                <a:spcPct val="120000"/>
              </a:lnSpc>
              <a:spcBef>
                <a:spcPts val="1700"/>
              </a:spcBef>
              <a:defRPr sz="25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 lvl="0">
              <a:lnSpc>
                <a:spcPct val="100000"/>
              </a:lnSpc>
              <a:defRPr sz="1800" b="0">
                <a:solidFill>
                  <a:srgbClr val="000000"/>
                </a:solidFill>
              </a:defRPr>
            </a:pPr>
            <a:r>
              <a:rPr sz="17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Birds</a:t>
            </a:r>
          </a:p>
        </p:txBody>
      </p:sp>
      <p:sp>
        <p:nvSpPr>
          <p:cNvPr id="18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11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BEBB51-77AC-44A2-961C-62EC34E14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81" y="1569308"/>
            <a:ext cx="16404398" cy="77600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 advTm="0">
        <p14:switch dir="r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sldNum" sz="quarter" idx="4294967295"/>
          </p:nvPr>
        </p:nvSpPr>
        <p:spPr>
          <a:xfrm>
            <a:off x="15357333" y="150770"/>
            <a:ext cx="211988" cy="3125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pPr lvl="0">
                <a:defRPr sz="1800">
                  <a:solidFill>
                    <a:srgbClr val="000000"/>
                  </a:solidFill>
                </a:defRPr>
              </a:pPr>
              <a:t>12</a:t>
            </a:fld>
            <a:endParaRPr sz="140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Shape 1435"/>
          <p:cNvSpPr txBox="1">
            <a:spLocks/>
          </p:cNvSpPr>
          <p:nvPr/>
        </p:nvSpPr>
        <p:spPr>
          <a:xfrm>
            <a:off x="16006046" y="8963674"/>
            <a:ext cx="546633" cy="5339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3935" tIns="31967" rIns="63935" bIns="31967"/>
          <a:lstStyle>
            <a:lvl1pPr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1pPr>
            <a:lvl2pPr indent="15983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2pPr>
            <a:lvl3pPr indent="319674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3pPr>
            <a:lvl4pPr indent="479511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4pPr>
            <a:lvl5pPr indent="639348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5pPr>
            <a:lvl6pPr indent="799186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6pPr>
            <a:lvl7pPr indent="959023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7pPr>
            <a:lvl8pPr indent="1118860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8pPr>
            <a:lvl9pPr indent="1278697" algn="ctr" defTabSz="408473">
              <a:defRPr sz="35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US" altLang="zh-CN" sz="200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pPr>
                <a:defRPr sz="1800">
                  <a:solidFill>
                    <a:srgbClr val="000000"/>
                  </a:solidFill>
                </a:defRPr>
              </a:pPr>
              <a:t>12</a:t>
            </a:fld>
            <a:endParaRPr lang="en-US" altLang="zh-CN" sz="200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BD8DEF-CDB0-433F-9B20-9D1553453E8B}"/>
              </a:ext>
            </a:extLst>
          </p:cNvPr>
          <p:cNvSpPr/>
          <p:nvPr/>
        </p:nvSpPr>
        <p:spPr>
          <a:xfrm>
            <a:off x="1515519" y="4327029"/>
            <a:ext cx="140346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</a:rPr>
              <a:t>不要再问我为什么广东人吃饭之前要烫碗筷了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15045F-2916-488D-8D69-CF04DB9B06D8}"/>
              </a:ext>
            </a:extLst>
          </p:cNvPr>
          <p:cNvSpPr/>
          <p:nvPr/>
        </p:nvSpPr>
        <p:spPr>
          <a:xfrm>
            <a:off x="6016744" y="4327029"/>
            <a:ext cx="503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因为这样比较酷</a:t>
            </a:r>
          </a:p>
        </p:txBody>
      </p:sp>
    </p:spTree>
    <p:extLst>
      <p:ext uri="{BB962C8B-B14F-4D97-AF65-F5344CB8AC3E}">
        <p14:creationId xmlns:p14="http://schemas.microsoft.com/office/powerpoint/2010/main" val="25293814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心形 2">
            <a:extLst>
              <a:ext uri="{FF2B5EF4-FFF2-40B4-BE49-F238E27FC236}">
                <a16:creationId xmlns:a16="http://schemas.microsoft.com/office/drawing/2014/main" id="{BAE8736E-37AB-469E-87B1-93A277883FFE}"/>
              </a:ext>
            </a:extLst>
          </p:cNvPr>
          <p:cNvSpPr/>
          <p:nvPr/>
        </p:nvSpPr>
        <p:spPr>
          <a:xfrm>
            <a:off x="5862917" y="2756646"/>
            <a:ext cx="5701553" cy="4760259"/>
          </a:xfrm>
          <a:prstGeom prst="heart">
            <a:avLst/>
          </a:prstGeom>
          <a:solidFill>
            <a:srgbClr val="FF0000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438594-F392-40E9-9713-5832A5B2AC22}"/>
              </a:ext>
            </a:extLst>
          </p:cNvPr>
          <p:cNvSpPr/>
          <p:nvPr/>
        </p:nvSpPr>
        <p:spPr>
          <a:xfrm>
            <a:off x="7055487" y="4327029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0" dirty="0">
                <a:ln/>
                <a:solidFill>
                  <a:srgbClr val="00B0F0"/>
                </a:solidFill>
                <a:effectLst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2758526124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ffed9dca776571ba2bb2b65a98689cfe591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第一PPT，www.1ppt.com">
  <a:themeElements>
    <a:clrScheme name="时装设计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285</Words>
  <Application>Microsoft Office PowerPoint</Application>
  <PresentationFormat>自定义</PresentationFormat>
  <Paragraphs>38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Avenir Book</vt:lpstr>
      <vt:lpstr>Estrangelo Edessa</vt:lpstr>
      <vt:lpstr>Helvetica Light</vt:lpstr>
      <vt:lpstr>Lato</vt:lpstr>
      <vt:lpstr>Lato Black</vt:lpstr>
      <vt:lpstr>等线</vt:lpstr>
      <vt:lpstr>黑体</vt:lpstr>
      <vt:lpstr>微软雅黑</vt:lpstr>
      <vt:lpstr>FontAwesome</vt:lpstr>
      <vt:lpstr>Microsoft New Tai Lue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美食文化</dc:title>
  <dc:creator>第一PPT</dc:creator>
  <cp:keywords>www.1ppt.com</cp:keywords>
  <cp:lastModifiedBy>jun tang</cp:lastModifiedBy>
  <cp:revision>234</cp:revision>
  <dcterms:modified xsi:type="dcterms:W3CDTF">2018-10-06T23:03:05Z</dcterms:modified>
</cp:coreProperties>
</file>