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hangchenrui123@outlook.com" initials="z" lastIdx="1" clrIdx="0">
    <p:extLst>
      <p:ext uri="{19B8F6BF-5375-455C-9EA6-DF929625EA0E}">
        <p15:presenceInfo xmlns:p15="http://schemas.microsoft.com/office/powerpoint/2012/main" userId="6990b533d570123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2" d="100"/>
          <a:sy n="62" d="100"/>
        </p:scale>
        <p:origin x="72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10-06T13:13:41.893" idx="1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image" Target="../media/image10.jp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image" Target="../media/image9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image" Target="../media/image10.jp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image" Target="../media/image9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D08A5E-C877-4508-B047-140B2BC3B39A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5717FF1-8DA7-4DAA-94E7-F5739B7CD387}">
      <dgm:prSet phldrT="[文本]"/>
      <dgm:spPr/>
      <dgm:t>
        <a:bodyPr/>
        <a:lstStyle/>
        <a:p>
          <a:r>
            <a:rPr lang="zh-CN" altLang="en-US" dirty="0"/>
            <a:t>北国江南就是信阳</a:t>
          </a:r>
        </a:p>
      </dgm:t>
    </dgm:pt>
    <dgm:pt modelId="{0B7F4F63-1F99-499E-BACE-366C13288F01}" type="parTrans" cxnId="{93810753-828B-4680-9AAE-B18D5E638725}">
      <dgm:prSet/>
      <dgm:spPr/>
      <dgm:t>
        <a:bodyPr/>
        <a:lstStyle/>
        <a:p>
          <a:endParaRPr lang="zh-CN" altLang="en-US"/>
        </a:p>
      </dgm:t>
    </dgm:pt>
    <dgm:pt modelId="{0D955BFF-4048-462C-912D-4A5211439EFD}" type="sibTrans" cxnId="{93810753-828B-4680-9AAE-B18D5E638725}">
      <dgm:prSet/>
      <dgm:spPr/>
      <dgm:t>
        <a:bodyPr/>
        <a:lstStyle/>
        <a:p>
          <a:endParaRPr lang="zh-CN" altLang="en-US"/>
        </a:p>
      </dgm:t>
    </dgm:pt>
    <dgm:pt modelId="{74B6192D-E1AD-4F5A-BED6-EED2792DF85F}">
      <dgm:prSet phldrT="[文本]"/>
      <dgm:spPr/>
      <dgm:t>
        <a:bodyPr/>
        <a:lstStyle/>
        <a:p>
          <a:r>
            <a:rPr lang="zh-CN" altLang="en-US" dirty="0"/>
            <a:t>四大避暑胜地就有信阳</a:t>
          </a:r>
        </a:p>
      </dgm:t>
    </dgm:pt>
    <dgm:pt modelId="{C8E50E4C-C2E5-42A5-871D-A85EF2F2232E}" type="parTrans" cxnId="{8EFFD8DE-5C18-4F0B-A452-1397C02171BC}">
      <dgm:prSet/>
      <dgm:spPr/>
      <dgm:t>
        <a:bodyPr/>
        <a:lstStyle/>
        <a:p>
          <a:endParaRPr lang="zh-CN" altLang="en-US"/>
        </a:p>
      </dgm:t>
    </dgm:pt>
    <dgm:pt modelId="{F32A6A2D-4177-4E62-9633-D5C4145D4EF4}" type="sibTrans" cxnId="{8EFFD8DE-5C18-4F0B-A452-1397C02171BC}">
      <dgm:prSet/>
      <dgm:spPr/>
      <dgm:t>
        <a:bodyPr/>
        <a:lstStyle/>
        <a:p>
          <a:endParaRPr lang="zh-CN" altLang="en-US"/>
        </a:p>
      </dgm:t>
    </dgm:pt>
    <dgm:pt modelId="{CC62EA7B-70D3-48DF-82DC-F5801FE9FA5F}">
      <dgm:prSet phldrT="[文本]"/>
      <dgm:spPr/>
      <dgm:t>
        <a:bodyPr/>
        <a:lstStyle/>
        <a:p>
          <a:r>
            <a:rPr lang="zh-CN" altLang="en-US" dirty="0"/>
            <a:t>南北之间大别山脚</a:t>
          </a:r>
        </a:p>
      </dgm:t>
    </dgm:pt>
    <dgm:pt modelId="{110E0CE4-40D6-4C5E-99F9-8B777DEFC520}" type="parTrans" cxnId="{B3CC2EC3-772C-4F4B-A72E-A7C9E60A5C59}">
      <dgm:prSet/>
      <dgm:spPr/>
      <dgm:t>
        <a:bodyPr/>
        <a:lstStyle/>
        <a:p>
          <a:endParaRPr lang="zh-CN" altLang="en-US"/>
        </a:p>
      </dgm:t>
    </dgm:pt>
    <dgm:pt modelId="{5A84E665-29B3-46FC-B509-F8A0F9FC63DD}" type="sibTrans" cxnId="{B3CC2EC3-772C-4F4B-A72E-A7C9E60A5C59}">
      <dgm:prSet/>
      <dgm:spPr/>
      <dgm:t>
        <a:bodyPr/>
        <a:lstStyle/>
        <a:p>
          <a:endParaRPr lang="zh-CN" altLang="en-US"/>
        </a:p>
      </dgm:t>
    </dgm:pt>
    <dgm:pt modelId="{B21D2A02-1937-4C01-AB3B-E41A364F7BB3}" type="pres">
      <dgm:prSet presAssocID="{F6D08A5E-C877-4508-B047-140B2BC3B39A}" presName="Name0" presStyleCnt="0">
        <dgm:presLayoutVars>
          <dgm:dir/>
          <dgm:resizeHandles val="exact"/>
        </dgm:presLayoutVars>
      </dgm:prSet>
      <dgm:spPr/>
    </dgm:pt>
    <dgm:pt modelId="{8B35FD2E-8D51-41E8-883B-81F022C3467F}" type="pres">
      <dgm:prSet presAssocID="{25717FF1-8DA7-4DAA-94E7-F5739B7CD387}" presName="compNode" presStyleCnt="0"/>
      <dgm:spPr/>
    </dgm:pt>
    <dgm:pt modelId="{B0C69400-AF9F-4C35-8F2A-016EBEEEFCCD}" type="pres">
      <dgm:prSet presAssocID="{25717FF1-8DA7-4DAA-94E7-F5739B7CD387}" presName="pict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CDEF28E9-2FAA-4AF9-8779-12BF6343709A}" type="pres">
      <dgm:prSet presAssocID="{25717FF1-8DA7-4DAA-94E7-F5739B7CD387}" presName="textRect" presStyleLbl="revTx" presStyleIdx="0" presStyleCnt="3">
        <dgm:presLayoutVars>
          <dgm:bulletEnabled val="1"/>
        </dgm:presLayoutVars>
      </dgm:prSet>
      <dgm:spPr/>
    </dgm:pt>
    <dgm:pt modelId="{92E5E3D9-06C8-4B59-BEC1-D4DA61F4A1F6}" type="pres">
      <dgm:prSet presAssocID="{0D955BFF-4048-462C-912D-4A5211439EFD}" presName="sibTrans" presStyleLbl="sibTrans2D1" presStyleIdx="0" presStyleCnt="0"/>
      <dgm:spPr/>
    </dgm:pt>
    <dgm:pt modelId="{68863971-F77D-424B-9F94-9B0384095D8A}" type="pres">
      <dgm:prSet presAssocID="{74B6192D-E1AD-4F5A-BED6-EED2792DF85F}" presName="compNode" presStyleCnt="0"/>
      <dgm:spPr/>
    </dgm:pt>
    <dgm:pt modelId="{FECDEC06-96C1-46FB-A677-B4C9A0F55376}" type="pres">
      <dgm:prSet presAssocID="{74B6192D-E1AD-4F5A-BED6-EED2792DF85F}" presName="pict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257539B0-7530-46B5-B92B-B94056588A2D}" type="pres">
      <dgm:prSet presAssocID="{74B6192D-E1AD-4F5A-BED6-EED2792DF85F}" presName="textRect" presStyleLbl="revTx" presStyleIdx="1" presStyleCnt="3">
        <dgm:presLayoutVars>
          <dgm:bulletEnabled val="1"/>
        </dgm:presLayoutVars>
      </dgm:prSet>
      <dgm:spPr/>
    </dgm:pt>
    <dgm:pt modelId="{B3FF942F-58F1-4B7C-9EC8-C3BAF936F8C0}" type="pres">
      <dgm:prSet presAssocID="{F32A6A2D-4177-4E62-9633-D5C4145D4EF4}" presName="sibTrans" presStyleLbl="sibTrans2D1" presStyleIdx="0" presStyleCnt="0"/>
      <dgm:spPr/>
    </dgm:pt>
    <dgm:pt modelId="{9F38A688-F08B-4AA2-A86C-B6566FED4B8B}" type="pres">
      <dgm:prSet presAssocID="{CC62EA7B-70D3-48DF-82DC-F5801FE9FA5F}" presName="compNode" presStyleCnt="0"/>
      <dgm:spPr/>
    </dgm:pt>
    <dgm:pt modelId="{C419E633-1756-4D5E-AB9D-821C6D8A233F}" type="pres">
      <dgm:prSet presAssocID="{CC62EA7B-70D3-48DF-82DC-F5801FE9FA5F}" presName="pictRect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</dgm:spPr>
    </dgm:pt>
    <dgm:pt modelId="{E79B933B-F818-4500-B324-C4C622BB9ABB}" type="pres">
      <dgm:prSet presAssocID="{CC62EA7B-70D3-48DF-82DC-F5801FE9FA5F}" presName="textRect" presStyleLbl="revTx" presStyleIdx="2" presStyleCnt="3">
        <dgm:presLayoutVars>
          <dgm:bulletEnabled val="1"/>
        </dgm:presLayoutVars>
      </dgm:prSet>
      <dgm:spPr/>
    </dgm:pt>
  </dgm:ptLst>
  <dgm:cxnLst>
    <dgm:cxn modelId="{F08A1A41-2770-4D3A-A8B4-EE182655FD3A}" type="presOf" srcId="{74B6192D-E1AD-4F5A-BED6-EED2792DF85F}" destId="{257539B0-7530-46B5-B92B-B94056588A2D}" srcOrd="0" destOrd="0" presId="urn:microsoft.com/office/officeart/2005/8/layout/pList1"/>
    <dgm:cxn modelId="{1A0D416A-72D1-4652-BB44-FD301030AC02}" type="presOf" srcId="{0D955BFF-4048-462C-912D-4A5211439EFD}" destId="{92E5E3D9-06C8-4B59-BEC1-D4DA61F4A1F6}" srcOrd="0" destOrd="0" presId="urn:microsoft.com/office/officeart/2005/8/layout/pList1"/>
    <dgm:cxn modelId="{93810753-828B-4680-9AAE-B18D5E638725}" srcId="{F6D08A5E-C877-4508-B047-140B2BC3B39A}" destId="{25717FF1-8DA7-4DAA-94E7-F5739B7CD387}" srcOrd="0" destOrd="0" parTransId="{0B7F4F63-1F99-499E-BACE-366C13288F01}" sibTransId="{0D955BFF-4048-462C-912D-4A5211439EFD}"/>
    <dgm:cxn modelId="{D947707F-17E0-4E7D-8DA9-490E993B4FD2}" type="presOf" srcId="{F6D08A5E-C877-4508-B047-140B2BC3B39A}" destId="{B21D2A02-1937-4C01-AB3B-E41A364F7BB3}" srcOrd="0" destOrd="0" presId="urn:microsoft.com/office/officeart/2005/8/layout/pList1"/>
    <dgm:cxn modelId="{86090494-9C39-4BA1-B4AC-A034034DC4ED}" type="presOf" srcId="{F32A6A2D-4177-4E62-9633-D5C4145D4EF4}" destId="{B3FF942F-58F1-4B7C-9EC8-C3BAF936F8C0}" srcOrd="0" destOrd="0" presId="urn:microsoft.com/office/officeart/2005/8/layout/pList1"/>
    <dgm:cxn modelId="{06305BAF-0A07-4229-AA98-54EA543E0267}" type="presOf" srcId="{CC62EA7B-70D3-48DF-82DC-F5801FE9FA5F}" destId="{E79B933B-F818-4500-B324-C4C622BB9ABB}" srcOrd="0" destOrd="0" presId="urn:microsoft.com/office/officeart/2005/8/layout/pList1"/>
    <dgm:cxn modelId="{B3CC2EC3-772C-4F4B-A72E-A7C9E60A5C59}" srcId="{F6D08A5E-C877-4508-B047-140B2BC3B39A}" destId="{CC62EA7B-70D3-48DF-82DC-F5801FE9FA5F}" srcOrd="2" destOrd="0" parTransId="{110E0CE4-40D6-4C5E-99F9-8B777DEFC520}" sibTransId="{5A84E665-29B3-46FC-B509-F8A0F9FC63DD}"/>
    <dgm:cxn modelId="{F6BE49D1-CA13-4A68-B69F-74D7EBD5186D}" type="presOf" srcId="{25717FF1-8DA7-4DAA-94E7-F5739B7CD387}" destId="{CDEF28E9-2FAA-4AF9-8779-12BF6343709A}" srcOrd="0" destOrd="0" presId="urn:microsoft.com/office/officeart/2005/8/layout/pList1"/>
    <dgm:cxn modelId="{8EFFD8DE-5C18-4F0B-A452-1397C02171BC}" srcId="{F6D08A5E-C877-4508-B047-140B2BC3B39A}" destId="{74B6192D-E1AD-4F5A-BED6-EED2792DF85F}" srcOrd="1" destOrd="0" parTransId="{C8E50E4C-C2E5-42A5-871D-A85EF2F2232E}" sibTransId="{F32A6A2D-4177-4E62-9633-D5C4145D4EF4}"/>
    <dgm:cxn modelId="{7BB985B3-9C75-4C07-B2D0-00BC9231BC8E}" type="presParOf" srcId="{B21D2A02-1937-4C01-AB3B-E41A364F7BB3}" destId="{8B35FD2E-8D51-41E8-883B-81F022C3467F}" srcOrd="0" destOrd="0" presId="urn:microsoft.com/office/officeart/2005/8/layout/pList1"/>
    <dgm:cxn modelId="{C357EA7D-A273-4112-8464-652421E212B0}" type="presParOf" srcId="{8B35FD2E-8D51-41E8-883B-81F022C3467F}" destId="{B0C69400-AF9F-4C35-8F2A-016EBEEEFCCD}" srcOrd="0" destOrd="0" presId="urn:microsoft.com/office/officeart/2005/8/layout/pList1"/>
    <dgm:cxn modelId="{11764AA7-8981-4AB3-A7DB-94A14A6FCD80}" type="presParOf" srcId="{8B35FD2E-8D51-41E8-883B-81F022C3467F}" destId="{CDEF28E9-2FAA-4AF9-8779-12BF6343709A}" srcOrd="1" destOrd="0" presId="urn:microsoft.com/office/officeart/2005/8/layout/pList1"/>
    <dgm:cxn modelId="{5476AFC7-BF2C-4D32-AD5C-5850D251DAC9}" type="presParOf" srcId="{B21D2A02-1937-4C01-AB3B-E41A364F7BB3}" destId="{92E5E3D9-06C8-4B59-BEC1-D4DA61F4A1F6}" srcOrd="1" destOrd="0" presId="urn:microsoft.com/office/officeart/2005/8/layout/pList1"/>
    <dgm:cxn modelId="{E30DA716-33D8-457D-9C59-7229E528617E}" type="presParOf" srcId="{B21D2A02-1937-4C01-AB3B-E41A364F7BB3}" destId="{68863971-F77D-424B-9F94-9B0384095D8A}" srcOrd="2" destOrd="0" presId="urn:microsoft.com/office/officeart/2005/8/layout/pList1"/>
    <dgm:cxn modelId="{BDB7E18C-C975-41D1-99B3-4C5B6C5A3B21}" type="presParOf" srcId="{68863971-F77D-424B-9F94-9B0384095D8A}" destId="{FECDEC06-96C1-46FB-A677-B4C9A0F55376}" srcOrd="0" destOrd="0" presId="urn:microsoft.com/office/officeart/2005/8/layout/pList1"/>
    <dgm:cxn modelId="{5E7FA2D5-B449-4B2B-BD96-B007BF4C16E4}" type="presParOf" srcId="{68863971-F77D-424B-9F94-9B0384095D8A}" destId="{257539B0-7530-46B5-B92B-B94056588A2D}" srcOrd="1" destOrd="0" presId="urn:microsoft.com/office/officeart/2005/8/layout/pList1"/>
    <dgm:cxn modelId="{705C7CE9-7C3A-4883-BC59-C92B709BC3B2}" type="presParOf" srcId="{B21D2A02-1937-4C01-AB3B-E41A364F7BB3}" destId="{B3FF942F-58F1-4B7C-9EC8-C3BAF936F8C0}" srcOrd="3" destOrd="0" presId="urn:microsoft.com/office/officeart/2005/8/layout/pList1"/>
    <dgm:cxn modelId="{FADEA2D1-2A30-4FCE-B78B-751A2B9C69ED}" type="presParOf" srcId="{B21D2A02-1937-4C01-AB3B-E41A364F7BB3}" destId="{9F38A688-F08B-4AA2-A86C-B6566FED4B8B}" srcOrd="4" destOrd="0" presId="urn:microsoft.com/office/officeart/2005/8/layout/pList1"/>
    <dgm:cxn modelId="{33C3627E-B8AB-4689-9CF1-CA352C4FA773}" type="presParOf" srcId="{9F38A688-F08B-4AA2-A86C-B6566FED4B8B}" destId="{C419E633-1756-4D5E-AB9D-821C6D8A233F}" srcOrd="0" destOrd="0" presId="urn:microsoft.com/office/officeart/2005/8/layout/pList1"/>
    <dgm:cxn modelId="{5E221E98-0E07-4309-99FF-5DAEF7AF9286}" type="presParOf" srcId="{9F38A688-F08B-4AA2-A86C-B6566FED4B8B}" destId="{E79B933B-F818-4500-B324-C4C622BB9ABB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8D90873-012F-4EB4-90A0-15F99D07EDA9}" type="doc">
      <dgm:prSet loTypeId="urn:microsoft.com/office/officeart/2005/8/layout/pList1" loCatId="list" qsTypeId="urn:microsoft.com/office/officeart/2005/8/quickstyle/simple1" qsCatId="simple" csTypeId="urn:microsoft.com/office/officeart/2005/8/colors/accent1_2" csCatId="accent1" phldr="1"/>
      <dgm:spPr/>
    </dgm:pt>
    <dgm:pt modelId="{60C08126-B1B2-4C8C-A93B-8477A2534879}">
      <dgm:prSet phldrT="[文本]"/>
      <dgm:spPr/>
      <dgm:t>
        <a:bodyPr/>
        <a:lstStyle/>
        <a:p>
          <a:r>
            <a:rPr lang="zh-CN" altLang="en-US" dirty="0"/>
            <a:t>说到信阳最值得夸耀的就是毛尖了</a:t>
          </a:r>
        </a:p>
      </dgm:t>
    </dgm:pt>
    <dgm:pt modelId="{9A455AB7-8013-4967-8423-5AD955DE3F68}" type="parTrans" cxnId="{20242A26-1C5D-4025-95C3-2B38A9ECBEA4}">
      <dgm:prSet/>
      <dgm:spPr/>
      <dgm:t>
        <a:bodyPr/>
        <a:lstStyle/>
        <a:p>
          <a:endParaRPr lang="zh-CN" altLang="en-US"/>
        </a:p>
      </dgm:t>
    </dgm:pt>
    <dgm:pt modelId="{24668A03-3F38-4518-969D-5BD892540030}" type="sibTrans" cxnId="{20242A26-1C5D-4025-95C3-2B38A9ECBEA4}">
      <dgm:prSet/>
      <dgm:spPr/>
      <dgm:t>
        <a:bodyPr/>
        <a:lstStyle/>
        <a:p>
          <a:endParaRPr lang="zh-CN" altLang="en-US"/>
        </a:p>
      </dgm:t>
    </dgm:pt>
    <dgm:pt modelId="{51B0CF9C-DC85-49A0-AF02-A786D693D62B}">
      <dgm:prSet phldrT="[文本]"/>
      <dgm:spPr/>
      <dgm:t>
        <a:bodyPr/>
        <a:lstStyle/>
        <a:p>
          <a:r>
            <a:rPr lang="zh-CN" altLang="en-US" dirty="0"/>
            <a:t>我们固始最特产的固始鹅块</a:t>
          </a:r>
        </a:p>
      </dgm:t>
    </dgm:pt>
    <dgm:pt modelId="{6113448A-95E4-4FCD-9871-8E034D911DEA}" type="parTrans" cxnId="{55F60893-502A-4500-98F8-D6AB89BBE319}">
      <dgm:prSet/>
      <dgm:spPr/>
      <dgm:t>
        <a:bodyPr/>
        <a:lstStyle/>
        <a:p>
          <a:endParaRPr lang="zh-CN" altLang="en-US"/>
        </a:p>
      </dgm:t>
    </dgm:pt>
    <dgm:pt modelId="{7C4CB07D-A1A7-465B-9584-4A058C3FCB11}" type="sibTrans" cxnId="{55F60893-502A-4500-98F8-D6AB89BBE319}">
      <dgm:prSet/>
      <dgm:spPr/>
      <dgm:t>
        <a:bodyPr/>
        <a:lstStyle/>
        <a:p>
          <a:endParaRPr lang="zh-CN" altLang="en-US"/>
        </a:p>
      </dgm:t>
    </dgm:pt>
    <dgm:pt modelId="{B6D6798E-8593-42C5-9950-E94642E082E8}">
      <dgm:prSet phldrT="[文本]"/>
      <dgm:spPr/>
      <dgm:t>
        <a:bodyPr/>
        <a:lstStyle/>
        <a:p>
          <a:r>
            <a:rPr lang="zh-CN" altLang="en-US" dirty="0"/>
            <a:t>据说信阳特产还有板栗</a:t>
          </a:r>
        </a:p>
      </dgm:t>
    </dgm:pt>
    <dgm:pt modelId="{412588A2-2B75-449D-8E8B-A1A1AF95BE67}" type="parTrans" cxnId="{8DD7BDC2-D510-4865-9708-4D51E68D8CAE}">
      <dgm:prSet/>
      <dgm:spPr/>
      <dgm:t>
        <a:bodyPr/>
        <a:lstStyle/>
        <a:p>
          <a:endParaRPr lang="zh-CN" altLang="en-US"/>
        </a:p>
      </dgm:t>
    </dgm:pt>
    <dgm:pt modelId="{EA3EB4FE-D8E2-401E-852F-4F18AC750E0C}" type="sibTrans" cxnId="{8DD7BDC2-D510-4865-9708-4D51E68D8CAE}">
      <dgm:prSet/>
      <dgm:spPr/>
      <dgm:t>
        <a:bodyPr/>
        <a:lstStyle/>
        <a:p>
          <a:endParaRPr lang="zh-CN" altLang="en-US"/>
        </a:p>
      </dgm:t>
    </dgm:pt>
    <dgm:pt modelId="{7EC48DB7-9037-4A65-AB5F-07971E028470}" type="pres">
      <dgm:prSet presAssocID="{78D90873-012F-4EB4-90A0-15F99D07EDA9}" presName="Name0" presStyleCnt="0">
        <dgm:presLayoutVars>
          <dgm:dir/>
          <dgm:resizeHandles val="exact"/>
        </dgm:presLayoutVars>
      </dgm:prSet>
      <dgm:spPr/>
    </dgm:pt>
    <dgm:pt modelId="{2FD2AF3B-9A97-42C5-9E3C-2E0F20D4B825}" type="pres">
      <dgm:prSet presAssocID="{60C08126-B1B2-4C8C-A93B-8477A2534879}" presName="compNode" presStyleCnt="0"/>
      <dgm:spPr/>
    </dgm:pt>
    <dgm:pt modelId="{71651CC0-351B-401B-AC79-4572C1B94EE6}" type="pres">
      <dgm:prSet presAssocID="{60C08126-B1B2-4C8C-A93B-8477A2534879}" presName="pict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</dgm:spPr>
    </dgm:pt>
    <dgm:pt modelId="{BF9AA1FA-FEF6-4B7F-91F3-49F64E89B8C3}" type="pres">
      <dgm:prSet presAssocID="{60C08126-B1B2-4C8C-A93B-8477A2534879}" presName="textRect" presStyleLbl="revTx" presStyleIdx="0" presStyleCnt="3">
        <dgm:presLayoutVars>
          <dgm:bulletEnabled val="1"/>
        </dgm:presLayoutVars>
      </dgm:prSet>
      <dgm:spPr/>
    </dgm:pt>
    <dgm:pt modelId="{93BC7483-F1F1-4F39-9C51-0B9989FE6EE4}" type="pres">
      <dgm:prSet presAssocID="{24668A03-3F38-4518-969D-5BD892540030}" presName="sibTrans" presStyleLbl="sibTrans2D1" presStyleIdx="0" presStyleCnt="0"/>
      <dgm:spPr/>
    </dgm:pt>
    <dgm:pt modelId="{82F7008C-BF14-47C6-B80F-9C67CD31EB6C}" type="pres">
      <dgm:prSet presAssocID="{51B0CF9C-DC85-49A0-AF02-A786D693D62B}" presName="compNode" presStyleCnt="0"/>
      <dgm:spPr/>
    </dgm:pt>
    <dgm:pt modelId="{EEE7E477-E0F0-4E9D-9C13-BE5479A29193}" type="pres">
      <dgm:prSet presAssocID="{51B0CF9C-DC85-49A0-AF02-A786D693D62B}" presName="pictRect" presStyleLbl="node1" presStyleIdx="1" presStyleCnt="3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9B1DC175-7586-439F-93B3-E762DFDCD09B}" type="pres">
      <dgm:prSet presAssocID="{51B0CF9C-DC85-49A0-AF02-A786D693D62B}" presName="textRect" presStyleLbl="revTx" presStyleIdx="1" presStyleCnt="3">
        <dgm:presLayoutVars>
          <dgm:bulletEnabled val="1"/>
        </dgm:presLayoutVars>
      </dgm:prSet>
      <dgm:spPr/>
    </dgm:pt>
    <dgm:pt modelId="{E482AECB-7B8C-48B7-AAE2-D7176131BBD7}" type="pres">
      <dgm:prSet presAssocID="{7C4CB07D-A1A7-465B-9584-4A058C3FCB11}" presName="sibTrans" presStyleLbl="sibTrans2D1" presStyleIdx="0" presStyleCnt="0"/>
      <dgm:spPr/>
    </dgm:pt>
    <dgm:pt modelId="{54E6F3B8-B2F3-4DCB-92D4-A10D6CCFE0A8}" type="pres">
      <dgm:prSet presAssocID="{B6D6798E-8593-42C5-9950-E94642E082E8}" presName="compNode" presStyleCnt="0"/>
      <dgm:spPr/>
    </dgm:pt>
    <dgm:pt modelId="{D1E3CF39-CAE8-4534-9B4A-C2D13B85483C}" type="pres">
      <dgm:prSet presAssocID="{B6D6798E-8593-42C5-9950-E94642E082E8}" presName="pictRect" presStyleLbl="node1" presStyleIdx="2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</dgm:spPr>
    </dgm:pt>
    <dgm:pt modelId="{FCACEE22-1FEC-495B-8EFD-FED3CAE02505}" type="pres">
      <dgm:prSet presAssocID="{B6D6798E-8593-42C5-9950-E94642E082E8}" presName="textRect" presStyleLbl="revTx" presStyleIdx="2" presStyleCnt="3">
        <dgm:presLayoutVars>
          <dgm:bulletEnabled val="1"/>
        </dgm:presLayoutVars>
      </dgm:prSet>
      <dgm:spPr/>
    </dgm:pt>
  </dgm:ptLst>
  <dgm:cxnLst>
    <dgm:cxn modelId="{D7816100-F728-47C1-BBB8-131963641EA6}" type="presOf" srcId="{7C4CB07D-A1A7-465B-9584-4A058C3FCB11}" destId="{E482AECB-7B8C-48B7-AAE2-D7176131BBD7}" srcOrd="0" destOrd="0" presId="urn:microsoft.com/office/officeart/2005/8/layout/pList1"/>
    <dgm:cxn modelId="{DEB0FB1C-B946-4B15-A55C-4A8506464288}" type="presOf" srcId="{B6D6798E-8593-42C5-9950-E94642E082E8}" destId="{FCACEE22-1FEC-495B-8EFD-FED3CAE02505}" srcOrd="0" destOrd="0" presId="urn:microsoft.com/office/officeart/2005/8/layout/pList1"/>
    <dgm:cxn modelId="{20242A26-1C5D-4025-95C3-2B38A9ECBEA4}" srcId="{78D90873-012F-4EB4-90A0-15F99D07EDA9}" destId="{60C08126-B1B2-4C8C-A93B-8477A2534879}" srcOrd="0" destOrd="0" parTransId="{9A455AB7-8013-4967-8423-5AD955DE3F68}" sibTransId="{24668A03-3F38-4518-969D-5BD892540030}"/>
    <dgm:cxn modelId="{044D226A-B1B7-4B11-815F-10E54973E96B}" type="presOf" srcId="{24668A03-3F38-4518-969D-5BD892540030}" destId="{93BC7483-F1F1-4F39-9C51-0B9989FE6EE4}" srcOrd="0" destOrd="0" presId="urn:microsoft.com/office/officeart/2005/8/layout/pList1"/>
    <dgm:cxn modelId="{55F60893-502A-4500-98F8-D6AB89BBE319}" srcId="{78D90873-012F-4EB4-90A0-15F99D07EDA9}" destId="{51B0CF9C-DC85-49A0-AF02-A786D693D62B}" srcOrd="1" destOrd="0" parTransId="{6113448A-95E4-4FCD-9871-8E034D911DEA}" sibTransId="{7C4CB07D-A1A7-465B-9584-4A058C3FCB11}"/>
    <dgm:cxn modelId="{8DD7BDC2-D510-4865-9708-4D51E68D8CAE}" srcId="{78D90873-012F-4EB4-90A0-15F99D07EDA9}" destId="{B6D6798E-8593-42C5-9950-E94642E082E8}" srcOrd="2" destOrd="0" parTransId="{412588A2-2B75-449D-8E8B-A1A1AF95BE67}" sibTransId="{EA3EB4FE-D8E2-401E-852F-4F18AC750E0C}"/>
    <dgm:cxn modelId="{8B7DEEC4-2BB1-4600-98E7-B08E8FF58A76}" type="presOf" srcId="{60C08126-B1B2-4C8C-A93B-8477A2534879}" destId="{BF9AA1FA-FEF6-4B7F-91F3-49F64E89B8C3}" srcOrd="0" destOrd="0" presId="urn:microsoft.com/office/officeart/2005/8/layout/pList1"/>
    <dgm:cxn modelId="{68F14ED2-13FC-4817-B548-CD37675D8D73}" type="presOf" srcId="{51B0CF9C-DC85-49A0-AF02-A786D693D62B}" destId="{9B1DC175-7586-439F-93B3-E762DFDCD09B}" srcOrd="0" destOrd="0" presId="urn:microsoft.com/office/officeart/2005/8/layout/pList1"/>
    <dgm:cxn modelId="{E61C16EF-8502-4315-976F-4D55A6244BC3}" type="presOf" srcId="{78D90873-012F-4EB4-90A0-15F99D07EDA9}" destId="{7EC48DB7-9037-4A65-AB5F-07971E028470}" srcOrd="0" destOrd="0" presId="urn:microsoft.com/office/officeart/2005/8/layout/pList1"/>
    <dgm:cxn modelId="{C5FB59F6-4546-4DF9-992B-6520D71F5B98}" type="presParOf" srcId="{7EC48DB7-9037-4A65-AB5F-07971E028470}" destId="{2FD2AF3B-9A97-42C5-9E3C-2E0F20D4B825}" srcOrd="0" destOrd="0" presId="urn:microsoft.com/office/officeart/2005/8/layout/pList1"/>
    <dgm:cxn modelId="{CD5DB28B-4587-4112-82BC-6EA1A00EF276}" type="presParOf" srcId="{2FD2AF3B-9A97-42C5-9E3C-2E0F20D4B825}" destId="{71651CC0-351B-401B-AC79-4572C1B94EE6}" srcOrd="0" destOrd="0" presId="urn:microsoft.com/office/officeart/2005/8/layout/pList1"/>
    <dgm:cxn modelId="{13EC2E8E-6961-4676-A44A-DE27269A385A}" type="presParOf" srcId="{2FD2AF3B-9A97-42C5-9E3C-2E0F20D4B825}" destId="{BF9AA1FA-FEF6-4B7F-91F3-49F64E89B8C3}" srcOrd="1" destOrd="0" presId="urn:microsoft.com/office/officeart/2005/8/layout/pList1"/>
    <dgm:cxn modelId="{69D80AB4-3A33-440F-B509-510EDB32BBEA}" type="presParOf" srcId="{7EC48DB7-9037-4A65-AB5F-07971E028470}" destId="{93BC7483-F1F1-4F39-9C51-0B9989FE6EE4}" srcOrd="1" destOrd="0" presId="urn:microsoft.com/office/officeart/2005/8/layout/pList1"/>
    <dgm:cxn modelId="{747E5463-7CBD-4DFE-9E5D-AE16129E3EF5}" type="presParOf" srcId="{7EC48DB7-9037-4A65-AB5F-07971E028470}" destId="{82F7008C-BF14-47C6-B80F-9C67CD31EB6C}" srcOrd="2" destOrd="0" presId="urn:microsoft.com/office/officeart/2005/8/layout/pList1"/>
    <dgm:cxn modelId="{E8B683FA-FCA5-4409-8E52-645BB044C9A6}" type="presParOf" srcId="{82F7008C-BF14-47C6-B80F-9C67CD31EB6C}" destId="{EEE7E477-E0F0-4E9D-9C13-BE5479A29193}" srcOrd="0" destOrd="0" presId="urn:microsoft.com/office/officeart/2005/8/layout/pList1"/>
    <dgm:cxn modelId="{C586A23D-4AEC-4A63-ABCC-16765252FF13}" type="presParOf" srcId="{82F7008C-BF14-47C6-B80F-9C67CD31EB6C}" destId="{9B1DC175-7586-439F-93B3-E762DFDCD09B}" srcOrd="1" destOrd="0" presId="urn:microsoft.com/office/officeart/2005/8/layout/pList1"/>
    <dgm:cxn modelId="{8D22AAEA-5F0E-4B34-AB5B-27F6F746E6D4}" type="presParOf" srcId="{7EC48DB7-9037-4A65-AB5F-07971E028470}" destId="{E482AECB-7B8C-48B7-AAE2-D7176131BBD7}" srcOrd="3" destOrd="0" presId="urn:microsoft.com/office/officeart/2005/8/layout/pList1"/>
    <dgm:cxn modelId="{C4D0E029-3D2A-4220-B3D8-B90EA3F12AFE}" type="presParOf" srcId="{7EC48DB7-9037-4A65-AB5F-07971E028470}" destId="{54E6F3B8-B2F3-4DCB-92D4-A10D6CCFE0A8}" srcOrd="4" destOrd="0" presId="urn:microsoft.com/office/officeart/2005/8/layout/pList1"/>
    <dgm:cxn modelId="{3D9C2478-5358-47E2-A8B7-90F426B4FF5A}" type="presParOf" srcId="{54E6F3B8-B2F3-4DCB-92D4-A10D6CCFE0A8}" destId="{D1E3CF39-CAE8-4534-9B4A-C2D13B85483C}" srcOrd="0" destOrd="0" presId="urn:microsoft.com/office/officeart/2005/8/layout/pList1"/>
    <dgm:cxn modelId="{2215FC5B-7DF8-4262-A242-DE99A4D6C48F}" type="presParOf" srcId="{54E6F3B8-B2F3-4DCB-92D4-A10D6CCFE0A8}" destId="{FCACEE22-1FEC-495B-8EFD-FED3CAE02505}" srcOrd="1" destOrd="0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C69400-AF9F-4C35-8F2A-016EBEEEFCCD}">
      <dsp:nvSpPr>
        <dsp:cNvPr id="0" name=""/>
        <dsp:cNvSpPr/>
      </dsp:nvSpPr>
      <dsp:spPr>
        <a:xfrm>
          <a:off x="1761" y="616631"/>
          <a:ext cx="2794810" cy="1925624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EF28E9-2FAA-4AF9-8779-12BF6343709A}">
      <dsp:nvSpPr>
        <dsp:cNvPr id="0" name=""/>
        <dsp:cNvSpPr/>
      </dsp:nvSpPr>
      <dsp:spPr>
        <a:xfrm>
          <a:off x="1761" y="2542255"/>
          <a:ext cx="2794810" cy="103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北国江南就是信阳</a:t>
          </a:r>
        </a:p>
      </dsp:txBody>
      <dsp:txXfrm>
        <a:off x="1761" y="2542255"/>
        <a:ext cx="2794810" cy="1036874"/>
      </dsp:txXfrm>
    </dsp:sp>
    <dsp:sp modelId="{FECDEC06-96C1-46FB-A677-B4C9A0F55376}">
      <dsp:nvSpPr>
        <dsp:cNvPr id="0" name=""/>
        <dsp:cNvSpPr/>
      </dsp:nvSpPr>
      <dsp:spPr>
        <a:xfrm>
          <a:off x="3076169" y="616631"/>
          <a:ext cx="2794810" cy="1925624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7539B0-7530-46B5-B92B-B94056588A2D}">
      <dsp:nvSpPr>
        <dsp:cNvPr id="0" name=""/>
        <dsp:cNvSpPr/>
      </dsp:nvSpPr>
      <dsp:spPr>
        <a:xfrm>
          <a:off x="3076169" y="2542255"/>
          <a:ext cx="2794810" cy="103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四大避暑胜地就有信阳</a:t>
          </a:r>
        </a:p>
      </dsp:txBody>
      <dsp:txXfrm>
        <a:off x="3076169" y="2542255"/>
        <a:ext cx="2794810" cy="1036874"/>
      </dsp:txXfrm>
    </dsp:sp>
    <dsp:sp modelId="{C419E633-1756-4D5E-AB9D-821C6D8A233F}">
      <dsp:nvSpPr>
        <dsp:cNvPr id="0" name=""/>
        <dsp:cNvSpPr/>
      </dsp:nvSpPr>
      <dsp:spPr>
        <a:xfrm>
          <a:off x="6150578" y="616631"/>
          <a:ext cx="2794810" cy="1925624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2000" b="-12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B933B-F818-4500-B324-C4C622BB9ABB}">
      <dsp:nvSpPr>
        <dsp:cNvPr id="0" name=""/>
        <dsp:cNvSpPr/>
      </dsp:nvSpPr>
      <dsp:spPr>
        <a:xfrm>
          <a:off x="6150578" y="2542255"/>
          <a:ext cx="2794810" cy="103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9136" tIns="199136" rIns="199136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南北之间大别山脚</a:t>
          </a:r>
        </a:p>
      </dsp:txBody>
      <dsp:txXfrm>
        <a:off x="6150578" y="2542255"/>
        <a:ext cx="2794810" cy="103687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651CC0-351B-401B-AC79-4572C1B94EE6}">
      <dsp:nvSpPr>
        <dsp:cNvPr id="0" name=""/>
        <dsp:cNvSpPr/>
      </dsp:nvSpPr>
      <dsp:spPr>
        <a:xfrm>
          <a:off x="1761" y="616631"/>
          <a:ext cx="2794810" cy="1925624"/>
        </a:xfrm>
        <a:prstGeom prst="round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36000" b="-36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9AA1FA-FEF6-4B7F-91F3-49F64E89B8C3}">
      <dsp:nvSpPr>
        <dsp:cNvPr id="0" name=""/>
        <dsp:cNvSpPr/>
      </dsp:nvSpPr>
      <dsp:spPr>
        <a:xfrm>
          <a:off x="1761" y="2542255"/>
          <a:ext cx="2794810" cy="103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说到信阳最值得夸耀的就是毛尖了</a:t>
          </a:r>
        </a:p>
      </dsp:txBody>
      <dsp:txXfrm>
        <a:off x="1761" y="2542255"/>
        <a:ext cx="2794810" cy="1036874"/>
      </dsp:txXfrm>
    </dsp:sp>
    <dsp:sp modelId="{EEE7E477-E0F0-4E9D-9C13-BE5479A29193}">
      <dsp:nvSpPr>
        <dsp:cNvPr id="0" name=""/>
        <dsp:cNvSpPr/>
      </dsp:nvSpPr>
      <dsp:spPr>
        <a:xfrm>
          <a:off x="3076169" y="616631"/>
          <a:ext cx="2794810" cy="1925624"/>
        </a:xfrm>
        <a:prstGeom prst="round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1DC175-7586-439F-93B3-E762DFDCD09B}">
      <dsp:nvSpPr>
        <dsp:cNvPr id="0" name=""/>
        <dsp:cNvSpPr/>
      </dsp:nvSpPr>
      <dsp:spPr>
        <a:xfrm>
          <a:off x="3076169" y="2542255"/>
          <a:ext cx="2794810" cy="103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我们固始最特产的固始鹅块</a:t>
          </a:r>
        </a:p>
      </dsp:txBody>
      <dsp:txXfrm>
        <a:off x="3076169" y="2542255"/>
        <a:ext cx="2794810" cy="1036874"/>
      </dsp:txXfrm>
    </dsp:sp>
    <dsp:sp modelId="{D1E3CF39-CAE8-4534-9B4A-C2D13B85483C}">
      <dsp:nvSpPr>
        <dsp:cNvPr id="0" name=""/>
        <dsp:cNvSpPr/>
      </dsp:nvSpPr>
      <dsp:spPr>
        <a:xfrm>
          <a:off x="6150578" y="616631"/>
          <a:ext cx="2794810" cy="1925624"/>
        </a:xfrm>
        <a:prstGeom prst="round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1000" r="-11000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ACEE22-1FEC-495B-8EFD-FED3CAE02505}">
      <dsp:nvSpPr>
        <dsp:cNvPr id="0" name=""/>
        <dsp:cNvSpPr/>
      </dsp:nvSpPr>
      <dsp:spPr>
        <a:xfrm>
          <a:off x="6150578" y="2542255"/>
          <a:ext cx="2794810" cy="10368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400" kern="1200" dirty="0"/>
            <a:t>据说信阳特产还有板栗</a:t>
          </a:r>
        </a:p>
      </dsp:txBody>
      <dsp:txXfrm>
        <a:off x="6150578" y="2542255"/>
        <a:ext cx="2794810" cy="10368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3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692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052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0888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966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711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437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117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20527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443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49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952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3431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0714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765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64592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2812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0129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07F7FCE-C096-414E-A03C-A91CD423D025}" type="datetimeFigureOut">
              <a:rPr lang="zh-CN" altLang="en-US" smtClean="0"/>
              <a:t>2018/10/6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55A98-E61A-40DB-8A45-2FB84F72CBD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22435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baike.sogou.com/lemma/ShowInnerLink.htm?lemmaId=70037836&amp;ss_c=ssc.citiao.link" TargetMode="External"/><Relationship Id="rId13" Type="http://schemas.openxmlformats.org/officeDocument/2006/relationships/hyperlink" Target="https://baike.sogou.com/lemma/ShowInnerLink.htm?lemmaId=66852994&amp;ss_c=ssc.citiao.link" TargetMode="External"/><Relationship Id="rId18" Type="http://schemas.openxmlformats.org/officeDocument/2006/relationships/hyperlink" Target="https://baike.sogou.com/lemma/ShowInnerLink.htm?lemmaId=352294&amp;ss_c=ssc.citiao.link" TargetMode="External"/><Relationship Id="rId26" Type="http://schemas.openxmlformats.org/officeDocument/2006/relationships/hyperlink" Target="https://baike.sogou.com/lemma/ShowInnerLink.htm?lemmaId=71682504&amp;ss_c=ssc.citiao.link" TargetMode="External"/><Relationship Id="rId3" Type="http://schemas.openxmlformats.org/officeDocument/2006/relationships/hyperlink" Target="https://baike.sogou.com/lemma/ShowInnerLink.htm?lemmaId=56301870&amp;ss_c=ssc.citiao.link" TargetMode="External"/><Relationship Id="rId21" Type="http://schemas.openxmlformats.org/officeDocument/2006/relationships/hyperlink" Target="https://baike.sogou.com/lemma/ShowInnerLink.htm?lemmaId=64476219&amp;ss_c=ssc.citiao.link" TargetMode="External"/><Relationship Id="rId7" Type="http://schemas.openxmlformats.org/officeDocument/2006/relationships/hyperlink" Target="https://baike.sogou.com/lemma/ShowInnerLink.htm?lemmaId=1159059&amp;ss_c=ssc.citiao.link" TargetMode="External"/><Relationship Id="rId12" Type="http://schemas.openxmlformats.org/officeDocument/2006/relationships/hyperlink" Target="https://baike.sogou.com/lemma/ShowInnerLink.htm?lemmaId=75880179&amp;ss_c=ssc.citiao.link" TargetMode="External"/><Relationship Id="rId17" Type="http://schemas.openxmlformats.org/officeDocument/2006/relationships/hyperlink" Target="https://baike.sogou.com/lemma/ShowInnerLink.htm?lemmaId=64842302&amp;ss_c=ssc.citiao.link" TargetMode="External"/><Relationship Id="rId25" Type="http://schemas.openxmlformats.org/officeDocument/2006/relationships/hyperlink" Target="https://baike.sogou.com/lemma/ShowInnerLink.htm?lemmaId=71652891&amp;ss_c=ssc.citiao.link" TargetMode="External"/><Relationship Id="rId2" Type="http://schemas.openxmlformats.org/officeDocument/2006/relationships/hyperlink" Target="https://baike.sogou.com/lemma/ShowInnerLink.htm?lemmaId=69247555&amp;ss_c=ssc.citiao.link" TargetMode="External"/><Relationship Id="rId16" Type="http://schemas.openxmlformats.org/officeDocument/2006/relationships/hyperlink" Target="https://baike.sogou.com/lemma/ShowInnerLink.htm?lemmaId=198087&amp;ss_c=ssc.citiao.link" TargetMode="External"/><Relationship Id="rId20" Type="http://schemas.openxmlformats.org/officeDocument/2006/relationships/hyperlink" Target="https://baike.sogou.com/lemma/ShowInnerLink.htm?lemmaId=93572&amp;ss_c=ssc.citiao.link" TargetMode="External"/><Relationship Id="rId29" Type="http://schemas.openxmlformats.org/officeDocument/2006/relationships/comments" Target="../comments/comment1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baike.sogou.com/lemma/ShowInnerLink.htm?lemmaId=468123&amp;ss_c=ssc.citiao.link" TargetMode="External"/><Relationship Id="rId11" Type="http://schemas.openxmlformats.org/officeDocument/2006/relationships/hyperlink" Target="https://baike.sogou.com/lemma/ShowInnerLink.htm?lemmaId=75983553&amp;ss_c=ssc.citiao.link" TargetMode="External"/><Relationship Id="rId24" Type="http://schemas.openxmlformats.org/officeDocument/2006/relationships/hyperlink" Target="https://baike.sogou.com/lemma/ShowInnerLink.htm?lemmaId=71471529&amp;ss_c=ssc.citiao.link" TargetMode="External"/><Relationship Id="rId5" Type="http://schemas.openxmlformats.org/officeDocument/2006/relationships/hyperlink" Target="https://baike.sogou.com/lemma/ShowInnerLink.htm?lemmaId=5855779&amp;ss_c=ssc.citiao.link" TargetMode="External"/><Relationship Id="rId15" Type="http://schemas.openxmlformats.org/officeDocument/2006/relationships/hyperlink" Target="https://baike.sogou.com/lemma/ShowInnerLink.htm?lemmaId=75892800&amp;ss_c=ssc.citiao.link" TargetMode="External"/><Relationship Id="rId23" Type="http://schemas.openxmlformats.org/officeDocument/2006/relationships/hyperlink" Target="https://baike.sogou.com/lemma/ShowInnerLink.htm?lemmaId=64793269&amp;ss_c=ssc.citiao.link" TargetMode="External"/><Relationship Id="rId28" Type="http://schemas.openxmlformats.org/officeDocument/2006/relationships/hyperlink" Target="https://baike.sogou.com/v95325.htm?fromTitle=%E5%9B%BA%E5%A7%8B#quote11" TargetMode="External"/><Relationship Id="rId10" Type="http://schemas.openxmlformats.org/officeDocument/2006/relationships/hyperlink" Target="https://baike.sogou.com/lemma/ShowInnerLink.htm?lemmaId=101107098&amp;ss_c=ssc.citiao.link" TargetMode="External"/><Relationship Id="rId19" Type="http://schemas.openxmlformats.org/officeDocument/2006/relationships/hyperlink" Target="https://baike.sogou.com/lemma/ShowInnerLink.htm?lemmaId=20908802&amp;ss_c=ssc.citiao.link" TargetMode="External"/><Relationship Id="rId4" Type="http://schemas.openxmlformats.org/officeDocument/2006/relationships/hyperlink" Target="https://baike.sogou.com/lemma/ShowInnerLink.htm?lemmaId=68879589&amp;ss_c=ssc.citiao.link" TargetMode="External"/><Relationship Id="rId9" Type="http://schemas.openxmlformats.org/officeDocument/2006/relationships/hyperlink" Target="https://baike.sogou.com/lemma/ShowInnerLink.htm?lemmaId=143847992&amp;ss_c=ssc.citiao.link" TargetMode="External"/><Relationship Id="rId14" Type="http://schemas.openxmlformats.org/officeDocument/2006/relationships/hyperlink" Target="https://baike.sogou.com/lemma/ShowInnerLink.htm?lemmaId=66037888&amp;ss_c=ssc.citiao.link" TargetMode="External"/><Relationship Id="rId22" Type="http://schemas.openxmlformats.org/officeDocument/2006/relationships/hyperlink" Target="https://baike.sogou.com/lemma/ShowInnerLink.htm?lemmaId=66261470&amp;ss_c=ssc.citiao.link" TargetMode="External"/><Relationship Id="rId27" Type="http://schemas.openxmlformats.org/officeDocument/2006/relationships/hyperlink" Target="https://baike.sogou.com/lemma/ShowInnerLink.htm?lemmaId=7811242&amp;ss_c=ssc.citiao.link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7000"/>
            <a:lum/>
          </a:blip>
          <a:srcRect/>
          <a:stretch>
            <a:fillRect t="-5000" b="-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E0EA4B-E4A1-42A0-BF0D-466E158E4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34392" y="3429000"/>
            <a:ext cx="3647325" cy="141012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我是张晨锐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F2770D-E5CA-435C-836D-967394E601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582292" y="5228869"/>
            <a:ext cx="9144000" cy="1655762"/>
          </a:xfrm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139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F9C11-9D18-4723-B241-BB662229F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5400" dirty="0"/>
              <a:t>自我介绍</a:t>
            </a:r>
            <a:r>
              <a:rPr lang="zh-CN" altLang="en-US" sz="4000" dirty="0"/>
              <a:t>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5DFF61-A608-4641-BF9E-ABA5F812A3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altLang="zh-CN" dirty="0"/>
              <a:t>    </a:t>
            </a:r>
            <a:r>
              <a:rPr lang="zh-CN" altLang="en-US" sz="4800" dirty="0"/>
              <a:t>我来自河南省信阳市固始县（没错我就是就是张雪峰老师口中你们要特别珍惜的河南学生）本人并无特长，其实腿还挺长，电脑也不擅长，平时爱好读书其他再无不良嗜好</a:t>
            </a:r>
            <a:r>
              <a:rPr lang="zh-CN" altLang="en-US" dirty="0"/>
              <a:t>。</a:t>
            </a:r>
            <a:r>
              <a:rPr lang="zh-CN" altLang="en-US" sz="4400" dirty="0"/>
              <a:t>自我介绍到此结束。</a:t>
            </a:r>
          </a:p>
        </p:txBody>
      </p:sp>
    </p:spTree>
    <p:extLst>
      <p:ext uri="{BB962C8B-B14F-4D97-AF65-F5344CB8AC3E}">
        <p14:creationId xmlns:p14="http://schemas.microsoft.com/office/powerpoint/2010/main" val="2652584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06F605-88B7-48D4-B48B-6050AE973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473647" cy="1032160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下面这就是我生活了三年的学校</a:t>
            </a:r>
            <a:r>
              <a:rPr lang="en-US" altLang="zh-CN" dirty="0"/>
              <a:t>——</a:t>
            </a:r>
            <a:r>
              <a:rPr lang="zh-CN" altLang="en-US" dirty="0"/>
              <a:t>永和高中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DD46070-1A05-43B3-8BEE-CA01EED16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360" y="1690688"/>
            <a:ext cx="11069549" cy="5059433"/>
          </a:xfrm>
          <a:blipFill>
            <a:blip r:embed="rId2">
              <a:alphaModFix amt="77000"/>
            </a:blip>
            <a:stretch>
              <a:fillRect/>
            </a:stretch>
          </a:blipFill>
        </p:spPr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65013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A0101-D6B1-4757-82D4-E1377681B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这是永和：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BBF2489-02C5-4852-9971-D32B096761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90445"/>
            <a:ext cx="10515600" cy="4685016"/>
          </a:xfrm>
          <a:blipFill>
            <a:blip r:embed="rId2">
              <a:alphaModFix amt="77000"/>
            </a:blip>
            <a:stretch>
              <a:fillRect/>
            </a:stretch>
          </a:blipFill>
        </p:spPr>
        <p:txBody>
          <a:bodyPr>
            <a:normAutofit fontScale="92500"/>
          </a:bodyPr>
          <a:lstStyle/>
          <a:p>
            <a:r>
              <a:rPr lang="zh-CN" altLang="en-US" sz="4400" dirty="0">
                <a:solidFill>
                  <a:prstClr val="black"/>
                </a:solidFill>
                <a:latin typeface="等线 Light" panose="020F0302020204030204"/>
                <a:ea typeface="等线 Light" panose="02010600030101010101" pitchFamily="2" charset="-122"/>
              </a:rPr>
              <a:t>永和高中一个河南普通小县城的普通高中，没有傲人的成绩，没有什么知名校友让我吹牛的，没有美丽广阔的校园环境，那里我也没有什么惊天地的故事来分享，那里有的是一个个为大学梦奋斗的青春骄子，几个月前我还在那里努力的想要逃离河南逃离高中，走向我的大学</a:t>
            </a:r>
            <a:endParaRPr lang="zh-CN" altLang="en-US" sz="4400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111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BA2D6-BDC0-4A2E-A0B0-DCED6BF32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河南就不介绍了，下面是我的家乡信阳与固始</a:t>
            </a:r>
          </a:p>
        </p:txBody>
      </p:sp>
      <p:graphicFrame>
        <p:nvGraphicFramePr>
          <p:cNvPr id="7" name="内容占位符 6">
            <a:extLst>
              <a:ext uri="{FF2B5EF4-FFF2-40B4-BE49-F238E27FC236}">
                <a16:creationId xmlns:a16="http://schemas.microsoft.com/office/drawing/2014/main" id="{589D3E1D-17ED-46FD-A36E-3447B3ED3BC6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83486925"/>
              </p:ext>
            </p:extLst>
          </p:nvPr>
        </p:nvGraphicFramePr>
        <p:xfrm>
          <a:off x="317537" y="1592657"/>
          <a:ext cx="5181707" cy="490021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20781">
                  <a:extLst>
                    <a:ext uri="{9D8B030D-6E8A-4147-A177-3AD203B41FA5}">
                      <a16:colId xmlns:a16="http://schemas.microsoft.com/office/drawing/2014/main" val="3639347645"/>
                    </a:ext>
                  </a:extLst>
                </a:gridCol>
                <a:gridCol w="1107192">
                  <a:extLst>
                    <a:ext uri="{9D8B030D-6E8A-4147-A177-3AD203B41FA5}">
                      <a16:colId xmlns:a16="http://schemas.microsoft.com/office/drawing/2014/main" val="1877869599"/>
                    </a:ext>
                  </a:extLst>
                </a:gridCol>
                <a:gridCol w="1107192">
                  <a:extLst>
                    <a:ext uri="{9D8B030D-6E8A-4147-A177-3AD203B41FA5}">
                      <a16:colId xmlns:a16="http://schemas.microsoft.com/office/drawing/2014/main" val="467123642"/>
                    </a:ext>
                  </a:extLst>
                </a:gridCol>
                <a:gridCol w="1107192">
                  <a:extLst>
                    <a:ext uri="{9D8B030D-6E8A-4147-A177-3AD203B41FA5}">
                      <a16:colId xmlns:a16="http://schemas.microsoft.com/office/drawing/2014/main" val="3825191733"/>
                    </a:ext>
                  </a:extLst>
                </a:gridCol>
                <a:gridCol w="1039350">
                  <a:extLst>
                    <a:ext uri="{9D8B030D-6E8A-4147-A177-3AD203B41FA5}">
                      <a16:colId xmlns:a16="http://schemas.microsoft.com/office/drawing/2014/main" val="143622934"/>
                    </a:ext>
                  </a:extLst>
                </a:gridCol>
              </a:tblGrid>
              <a:tr h="2224909"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  <a:hlinkClick r:id="rId2"/>
                        </a:rPr>
                        <a:t>中国十佳宜居城市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（</a:t>
                      </a:r>
                      <a:r>
                        <a:rPr lang="en-US" altLang="zh-CN" sz="1800" u="none" strike="noStrike" kern="1200" dirty="0">
                          <a:effectLst/>
                        </a:rPr>
                        <a:t>2009—2018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连续</a:t>
                      </a:r>
                      <a:r>
                        <a:rPr lang="en-US" altLang="zh-CN" sz="1800" u="none" strike="noStrike" kern="1200" dirty="0">
                          <a:effectLst/>
                        </a:rPr>
                        <a:t>10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年入选）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</a:rPr>
                        <a:t>国家级生态示范市、</a:t>
                      </a:r>
                      <a:r>
                        <a:rPr lang="zh-CN" altLang="en-US" sz="1800" u="none" strike="noStrike" kern="1200" dirty="0">
                          <a:effectLst/>
                          <a:hlinkClick r:id="rId3"/>
                        </a:rPr>
                        <a:t>中国最具幸福感城市</a:t>
                      </a:r>
                      <a:r>
                        <a:rPr lang="en-US" altLang="zh-CN" sz="1800" u="none" strike="noStrike" kern="1200" dirty="0">
                          <a:effectLst/>
                        </a:rPr>
                        <a:t>10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强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</a:rPr>
                        <a:t>国家级生态示范市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sng" kern="1200" dirty="0">
                          <a:effectLst/>
                          <a:hlinkClick r:id="rId4"/>
                        </a:rPr>
                        <a:t>全国绿化模范城市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</a:rPr>
                        <a:t>中国绿色经济十佳城市</a:t>
                      </a:r>
                      <a:endParaRPr lang="zh-CN" altLang="en-US" dirty="0"/>
                    </a:p>
                  </a:txBody>
                  <a:tcPr marL="42913" marR="42913"/>
                </a:tc>
                <a:extLst>
                  <a:ext uri="{0D108BD9-81ED-4DB2-BD59-A6C34878D82A}">
                    <a16:rowId xmlns:a16="http://schemas.microsoft.com/office/drawing/2014/main" val="1532741110"/>
                  </a:ext>
                </a:extLst>
              </a:tr>
              <a:tr h="1307109"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</a:rPr>
                        <a:t>全国最佳环保示范市</a:t>
                      </a:r>
                      <a:r>
                        <a:rPr lang="en-US" altLang="zh-CN" sz="1800" u="none" strike="noStrike" kern="1200" dirty="0">
                          <a:effectLst/>
                        </a:rPr>
                        <a:t>10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强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  <a:hlinkClick r:id="rId5"/>
                        </a:rPr>
                        <a:t>中国优秀旅游城市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</a:rPr>
                        <a:t>国家双拥模范城市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u="sng" dirty="0">
                          <a:effectLst/>
                          <a:hlinkClick r:id="rId6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国家卫生城市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sng" kern="1200" dirty="0">
                          <a:effectLst/>
                          <a:hlinkClick r:id="rId7"/>
                        </a:rPr>
                        <a:t>国家园林城市</a:t>
                      </a:r>
                      <a:endParaRPr lang="zh-CN" altLang="en-US" dirty="0"/>
                    </a:p>
                  </a:txBody>
                  <a:tcPr marL="42913" marR="42913"/>
                </a:tc>
                <a:extLst>
                  <a:ext uri="{0D108BD9-81ED-4DB2-BD59-A6C34878D82A}">
                    <a16:rowId xmlns:a16="http://schemas.microsoft.com/office/drawing/2014/main" val="100875798"/>
                  </a:ext>
                </a:extLst>
              </a:tr>
              <a:tr h="1307109">
                <a:tc>
                  <a:txBody>
                    <a:bodyPr/>
                    <a:lstStyle/>
                    <a:p>
                      <a:r>
                        <a:rPr lang="zh-CN" altLang="en-US" u="none" strike="noStrike" dirty="0">
                          <a:effectLst/>
                        </a:rPr>
                        <a:t>中国最美城市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u="none" strike="noStrike" dirty="0">
                          <a:effectLst/>
                          <a:hlinkClick r:id="rId8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中国魅力城市</a:t>
                      </a:r>
                      <a:r>
                        <a:rPr lang="en-US" altLang="zh-CN" u="none" strike="noStrike" dirty="0">
                          <a:effectLst/>
                        </a:rPr>
                        <a:t>30</a:t>
                      </a:r>
                      <a:r>
                        <a:rPr lang="zh-CN" altLang="en-US" u="none" strike="noStrike" dirty="0">
                          <a:effectLst/>
                        </a:rPr>
                        <a:t>强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sz="1800" u="none" strike="noStrike" kern="1200" dirty="0">
                          <a:effectLst/>
                        </a:rPr>
                        <a:t>中国休闲城市</a:t>
                      </a:r>
                      <a:r>
                        <a:rPr lang="en-US" altLang="zh-CN" sz="1800" u="none" strike="noStrike" kern="1200" dirty="0">
                          <a:effectLst/>
                        </a:rPr>
                        <a:t>30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强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en-US" altLang="zh-CN" sz="1800" u="none" strike="noStrike" kern="1200" dirty="0">
                          <a:effectLst/>
                        </a:rPr>
                        <a:t>2017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年</a:t>
                      </a:r>
                      <a:r>
                        <a:rPr lang="zh-CN" altLang="en-US" sz="1800" u="none" strike="noStrike" kern="1200" dirty="0">
                          <a:effectLst/>
                          <a:hlinkClick r:id="rId9"/>
                        </a:rPr>
                        <a:t>中国最安全</a:t>
                      </a:r>
                      <a:r>
                        <a:rPr lang="zh-CN" altLang="en-US" sz="1800" u="none" strike="noStrike" kern="1200" dirty="0">
                          <a:effectLst/>
                        </a:rPr>
                        <a:t>城市</a:t>
                      </a:r>
                      <a:endParaRPr lang="zh-CN" altLang="en-US" dirty="0"/>
                    </a:p>
                  </a:txBody>
                  <a:tcPr marL="42913" marR="42913"/>
                </a:tc>
                <a:tc>
                  <a:txBody>
                    <a:bodyPr/>
                    <a:lstStyle/>
                    <a:p>
                      <a:r>
                        <a:rPr lang="zh-CN" altLang="en-US" u="none" strike="noStrike" dirty="0">
                          <a:effectLst/>
                        </a:rPr>
                        <a:t>中国</a:t>
                      </a:r>
                      <a:r>
                        <a:rPr lang="zh-CN" altLang="en-US" u="none" strike="noStrike" dirty="0">
                          <a:effectLst/>
                          <a:hlinkClick r:id="rId10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最具投资潜力城市</a:t>
                      </a:r>
                      <a:r>
                        <a:rPr lang="en-US" altLang="zh-CN" u="none" strike="noStrike" dirty="0">
                          <a:effectLst/>
                        </a:rPr>
                        <a:t>50</a:t>
                      </a:r>
                      <a:r>
                        <a:rPr lang="zh-CN" altLang="en-US" u="none" strike="noStrike" dirty="0">
                          <a:effectLst/>
                        </a:rPr>
                        <a:t>强</a:t>
                      </a:r>
                      <a:endParaRPr lang="zh-CN" altLang="en-US" dirty="0"/>
                    </a:p>
                  </a:txBody>
                  <a:tcPr marL="42913" marR="42913"/>
                </a:tc>
                <a:extLst>
                  <a:ext uri="{0D108BD9-81ED-4DB2-BD59-A6C34878D82A}">
                    <a16:rowId xmlns:a16="http://schemas.microsoft.com/office/drawing/2014/main" val="2922992789"/>
                  </a:ext>
                </a:extLst>
              </a:tr>
            </a:tbl>
          </a:graphicData>
        </a:graphic>
      </p:graphicFrame>
      <p:graphicFrame>
        <p:nvGraphicFramePr>
          <p:cNvPr id="21" name="内容占位符 20">
            <a:extLst>
              <a:ext uri="{FF2B5EF4-FFF2-40B4-BE49-F238E27FC236}">
                <a16:creationId xmlns:a16="http://schemas.microsoft.com/office/drawing/2014/main" id="{D6AFC2A0-2DBD-4474-AB11-9B27C42B196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172703704"/>
              </p:ext>
            </p:extLst>
          </p:nvPr>
        </p:nvGraphicFramePr>
        <p:xfrm>
          <a:off x="6019907" y="1360859"/>
          <a:ext cx="6062501" cy="516856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020831">
                  <a:extLst>
                    <a:ext uri="{9D8B030D-6E8A-4147-A177-3AD203B41FA5}">
                      <a16:colId xmlns:a16="http://schemas.microsoft.com/office/drawing/2014/main" val="68074668"/>
                    </a:ext>
                  </a:extLst>
                </a:gridCol>
                <a:gridCol w="2253114">
                  <a:extLst>
                    <a:ext uri="{9D8B030D-6E8A-4147-A177-3AD203B41FA5}">
                      <a16:colId xmlns:a16="http://schemas.microsoft.com/office/drawing/2014/main" val="2791710826"/>
                    </a:ext>
                  </a:extLst>
                </a:gridCol>
                <a:gridCol w="1788556">
                  <a:extLst>
                    <a:ext uri="{9D8B030D-6E8A-4147-A177-3AD203B41FA5}">
                      <a16:colId xmlns:a16="http://schemas.microsoft.com/office/drawing/2014/main" val="1316951998"/>
                    </a:ext>
                  </a:extLst>
                </a:gridCol>
              </a:tblGrid>
              <a:tr h="610230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dirty="0">
                          <a:effectLst/>
                        </a:rPr>
                        <a:t>国家级生态建设示范区</a:t>
                      </a:r>
                      <a:endParaRPr lang="zh-CN" alt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 dirty="0">
                          <a:effectLst/>
                          <a:hlinkClick r:id="rId11"/>
                        </a:rPr>
                        <a:t>中国人居环境</a:t>
                      </a:r>
                      <a:r>
                        <a:rPr lang="zh-CN" altLang="en-US" dirty="0">
                          <a:effectLst/>
                        </a:rPr>
                        <a:t>示范奖获得城市</a:t>
                      </a:r>
                      <a:endParaRPr lang="zh-CN" alt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dirty="0">
                          <a:effectLst/>
                        </a:rPr>
                        <a:t>河南省十</a:t>
                      </a:r>
                      <a:r>
                        <a:rPr lang="zh-CN" altLang="en-US" u="none" strike="noStrike" dirty="0">
                          <a:effectLst/>
                          <a:hlinkClick r:id="rId12"/>
                        </a:rPr>
                        <a:t>大文化</a:t>
                      </a:r>
                      <a:r>
                        <a:rPr lang="zh-CN" altLang="en-US" dirty="0">
                          <a:effectLst/>
                        </a:rPr>
                        <a:t>强县之一</a:t>
                      </a:r>
                      <a:endParaRPr lang="zh-CN" alt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extLst>
                  <a:ext uri="{0D108BD9-81ED-4DB2-BD59-A6C34878D82A}">
                    <a16:rowId xmlns:a16="http://schemas.microsoft.com/office/drawing/2014/main" val="1763337128"/>
                  </a:ext>
                </a:extLst>
              </a:tr>
              <a:tr h="358262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13"/>
                        </a:rPr>
                        <a:t>中国书法之乡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 dirty="0">
                          <a:effectLst/>
                          <a:hlinkClick r:id="rId14"/>
                        </a:rPr>
                        <a:t>中国柳编之乡</a:t>
                      </a:r>
                      <a:endParaRPr lang="zh-CN" alt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15"/>
                        </a:rPr>
                        <a:t>中国萝卜</a:t>
                      </a:r>
                      <a:r>
                        <a:rPr lang="zh-CN" altLang="en-US">
                          <a:effectLst/>
                        </a:rPr>
                        <a:t>之乡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extLst>
                  <a:ext uri="{0D108BD9-81ED-4DB2-BD59-A6C34878D82A}">
                    <a16:rowId xmlns:a16="http://schemas.microsoft.com/office/drawing/2014/main" val="2360085732"/>
                  </a:ext>
                </a:extLst>
              </a:tr>
              <a:tr h="867670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dirty="0">
                          <a:effectLst/>
                        </a:rPr>
                        <a:t>全国绿色农业示范区</a:t>
                      </a:r>
                      <a:endParaRPr lang="zh-CN" alt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>
                          <a:effectLst/>
                        </a:rPr>
                        <a:t>中国金融生态县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>
                          <a:effectLst/>
                        </a:rPr>
                        <a:t>中国金融生态建设最具成就</a:t>
                      </a:r>
                      <a:r>
                        <a:rPr lang="zh-CN" altLang="en-US" u="none" strike="noStrike">
                          <a:effectLst/>
                          <a:hlinkClick r:id="rId16"/>
                        </a:rPr>
                        <a:t>百强县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extLst>
                  <a:ext uri="{0D108BD9-81ED-4DB2-BD59-A6C34878D82A}">
                    <a16:rowId xmlns:a16="http://schemas.microsoft.com/office/drawing/2014/main" val="2231551167"/>
                  </a:ext>
                </a:extLst>
              </a:tr>
              <a:tr h="867670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17"/>
                        </a:rPr>
                        <a:t>陈集镇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河南省</a:t>
                      </a:r>
                      <a:r>
                        <a:rPr lang="zh-CN" altLang="en-US" u="none" strike="noStrike">
                          <a:effectLst/>
                          <a:hlinkClick r:id="rId18"/>
                        </a:rPr>
                        <a:t>历史文化名镇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19"/>
                        </a:rPr>
                        <a:t>锁口村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河南省</a:t>
                      </a:r>
                      <a:r>
                        <a:rPr lang="zh-CN" altLang="en-US" u="none" strike="noStrike">
                          <a:effectLst/>
                          <a:hlinkClick r:id="rId20"/>
                        </a:rPr>
                        <a:t>历史文化名村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21"/>
                        </a:rPr>
                        <a:t>城郊乡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 u="none" strike="noStrike">
                          <a:effectLst/>
                          <a:hlinkClick r:id="rId22"/>
                        </a:rPr>
                        <a:t>中国民间文化艺术之乡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extLst>
                  <a:ext uri="{0D108BD9-81ED-4DB2-BD59-A6C34878D82A}">
                    <a16:rowId xmlns:a16="http://schemas.microsoft.com/office/drawing/2014/main" val="705705513"/>
                  </a:ext>
                </a:extLst>
              </a:tr>
              <a:tr h="718485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23"/>
                        </a:rPr>
                        <a:t>蒋集镇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>
                          <a:effectLst/>
                        </a:rPr>
                        <a:t>中国民间文化艺术之乡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>
                          <a:effectLst/>
                        </a:rPr>
                        <a:t>中原第一侨乡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>
                          <a:effectLst/>
                        </a:rPr>
                        <a:t>唐人故里，</a:t>
                      </a:r>
                      <a:r>
                        <a:rPr lang="zh-CN" altLang="en-US" u="none" strike="noStrike">
                          <a:effectLst/>
                          <a:hlinkClick r:id="rId24"/>
                        </a:rPr>
                        <a:t>闽台祖地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extLst>
                  <a:ext uri="{0D108BD9-81ED-4DB2-BD59-A6C34878D82A}">
                    <a16:rowId xmlns:a16="http://schemas.microsoft.com/office/drawing/2014/main" val="1274112224"/>
                  </a:ext>
                </a:extLst>
              </a:tr>
              <a:tr h="867670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>
                          <a:effectLst/>
                        </a:rPr>
                        <a:t>根亲之都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25"/>
                        </a:rPr>
                        <a:t>固始县根亲博物馆</a:t>
                      </a:r>
                      <a:r>
                        <a:rPr lang="en-US" altLang="zh-CN">
                          <a:effectLst/>
                        </a:rPr>
                        <a:t>——</a:t>
                      </a:r>
                      <a:r>
                        <a:rPr lang="zh-CN" altLang="en-US" u="none" strike="noStrike">
                          <a:effectLst/>
                          <a:hlinkClick r:id="rId26"/>
                        </a:rPr>
                        <a:t>海峡两岸交流基地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>
                          <a:effectLst/>
                        </a:rPr>
                        <a:t>全球华人最向往的十大根亲文化圣地之一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extLst>
                  <a:ext uri="{0D108BD9-81ED-4DB2-BD59-A6C34878D82A}">
                    <a16:rowId xmlns:a16="http://schemas.microsoft.com/office/drawing/2014/main" val="284755142"/>
                  </a:ext>
                </a:extLst>
              </a:tr>
              <a:tr h="610230"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dirty="0">
                          <a:effectLst/>
                        </a:rPr>
                        <a:t>中国中部百强县</a:t>
                      </a:r>
                      <a:endParaRPr lang="zh-CN" alt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u="none" strike="noStrike">
                          <a:effectLst/>
                          <a:hlinkClick r:id="rId27"/>
                        </a:rPr>
                        <a:t>国家园林县城</a:t>
                      </a:r>
                      <a:r>
                        <a:rPr lang="en-US" altLang="zh-CN" u="none" strike="noStrike" baseline="30000">
                          <a:effectLst/>
                          <a:hlinkClick r:id="rId28"/>
                        </a:rPr>
                        <a:t>[11]</a:t>
                      </a:r>
                      <a:endParaRPr lang="zh-CN" altLang="en-US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zh-CN" altLang="en-US" dirty="0">
                          <a:effectLst/>
                        </a:rPr>
                        <a:t>中国生态魅力名县</a:t>
                      </a:r>
                      <a:endParaRPr lang="zh-CN" altLang="en-US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0" marR="95250" marT="57150" marB="44450"/>
                </a:tc>
                <a:extLst>
                  <a:ext uri="{0D108BD9-81ED-4DB2-BD59-A6C34878D82A}">
                    <a16:rowId xmlns:a16="http://schemas.microsoft.com/office/drawing/2014/main" val="37948786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122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B6DF5-451D-4257-8B5C-D23D189D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zh-CN" altLang="en-US">
                <a:solidFill>
                  <a:srgbClr val="000000"/>
                </a:solidFill>
              </a:rPr>
              <a:t>我知道的家乡：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0716C4-F0AF-4CDE-A47D-EA0E41434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0574" y="2421682"/>
            <a:ext cx="4977578" cy="36392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</a:rPr>
              <a:t>   </a:t>
            </a:r>
            <a:r>
              <a:rPr lang="zh-CN" altLang="en-US" sz="2000" dirty="0">
                <a:solidFill>
                  <a:srgbClr val="000000"/>
                </a:solidFill>
              </a:rPr>
              <a:t>上面的表格全是百度的结果，下面是我知道的家</a:t>
            </a:r>
            <a:r>
              <a:rPr lang="en-US" altLang="zh-CN" sz="2000" dirty="0">
                <a:solidFill>
                  <a:srgbClr val="000000"/>
                </a:solidFill>
              </a:rPr>
              <a:t>——</a:t>
            </a:r>
            <a:r>
              <a:rPr lang="zh-CN" altLang="en-US" sz="2000" dirty="0">
                <a:solidFill>
                  <a:srgbClr val="000000"/>
                </a:solidFill>
              </a:rPr>
              <a:t>河南固始</a:t>
            </a:r>
            <a:r>
              <a:rPr lang="en-US" altLang="zh-CN" sz="2000" dirty="0">
                <a:solidFill>
                  <a:srgbClr val="000000"/>
                </a:solidFill>
              </a:rPr>
              <a:t>	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B3647E6-D720-4D68-89E8-1897CE2C0D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06" b="1"/>
          <a:stretch/>
        </p:blipFill>
        <p:spPr>
          <a:xfrm>
            <a:off x="20" y="907231"/>
            <a:ext cx="4838021" cy="5063738"/>
          </a:xfrm>
          <a:custGeom>
            <a:avLst/>
            <a:gdLst>
              <a:gd name="connsiteX0" fmla="*/ 2306172 w 4838041"/>
              <a:gd name="connsiteY0" fmla="*/ 0 h 5063738"/>
              <a:gd name="connsiteX1" fmla="*/ 4838041 w 4838041"/>
              <a:gd name="connsiteY1" fmla="*/ 2531869 h 5063738"/>
              <a:gd name="connsiteX2" fmla="*/ 2306172 w 4838041"/>
              <a:gd name="connsiteY2" fmla="*/ 5063738 h 5063738"/>
              <a:gd name="connsiteX3" fmla="*/ 79886 w 4838041"/>
              <a:gd name="connsiteY3" fmla="*/ 3738709 h 5063738"/>
              <a:gd name="connsiteX4" fmla="*/ 0 w 4838041"/>
              <a:gd name="connsiteY4" fmla="*/ 3572876 h 5063738"/>
              <a:gd name="connsiteX5" fmla="*/ 0 w 4838041"/>
              <a:gd name="connsiteY5" fmla="*/ 1490863 h 5063738"/>
              <a:gd name="connsiteX6" fmla="*/ 79886 w 4838041"/>
              <a:gd name="connsiteY6" fmla="*/ 1325030 h 5063738"/>
              <a:gd name="connsiteX7" fmla="*/ 2306172 w 4838041"/>
              <a:gd name="connsiteY7" fmla="*/ 0 h 5063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38041" h="5063738">
                <a:moveTo>
                  <a:pt x="2306172" y="0"/>
                </a:moveTo>
                <a:cubicBezTo>
                  <a:pt x="3704485" y="0"/>
                  <a:pt x="4838041" y="1133556"/>
                  <a:pt x="4838041" y="2531869"/>
                </a:cubicBezTo>
                <a:cubicBezTo>
                  <a:pt x="4838041" y="3930182"/>
                  <a:pt x="3704485" y="5063738"/>
                  <a:pt x="2306172" y="5063738"/>
                </a:cubicBezTo>
                <a:cubicBezTo>
                  <a:pt x="1344832" y="5063738"/>
                  <a:pt x="508631" y="4527956"/>
                  <a:pt x="79886" y="3738709"/>
                </a:cubicBezTo>
                <a:lnTo>
                  <a:pt x="0" y="3572876"/>
                </a:lnTo>
                <a:lnTo>
                  <a:pt x="0" y="1490863"/>
                </a:lnTo>
                <a:lnTo>
                  <a:pt x="79886" y="1325030"/>
                </a:lnTo>
                <a:cubicBezTo>
                  <a:pt x="508631" y="535783"/>
                  <a:pt x="1344832" y="0"/>
                  <a:pt x="2306172" y="0"/>
                </a:cubicBezTo>
                <a:close/>
              </a:path>
            </a:pathLst>
          </a:cu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34254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1DB7D3-7A1D-4665-8F84-5B3FE891A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信阳风光：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C2A0CE8-C1B9-4E50-8BEB-6C43D1284F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49305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86252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6FB59B-636B-4E41-86A9-409C36A2B1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我们的美食：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AC9231A7-56AC-48CC-8BB2-F1C5452B0A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8341667"/>
              </p:ext>
            </p:extLst>
          </p:nvPr>
        </p:nvGraphicFramePr>
        <p:xfrm>
          <a:off x="1103313" y="2052638"/>
          <a:ext cx="8947150" cy="41957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4222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F7B05-33EF-48FB-9D46-2124C569E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8AFAE-39FB-441B-B397-BD49A14CA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    </a:t>
            </a:r>
            <a:r>
              <a:rPr lang="zh-CN" altLang="en-US" dirty="0"/>
              <a:t>真实的信阳地处鄂豫皖三省交界，革命老区就有我们。夸耀风景秀丽的地方普遍是因为经济落后，当然我们并不例外，连片的贫困县，我们固始也是国家级贫困县，经济落后环境才得以保存。作为河南唯一一个属于南方的地区，我们深受湖北文化影响，与河南有些不同，但相同的是我们历史悠久，走出过春秋名相</a:t>
            </a:r>
            <a:r>
              <a:rPr lang="en-US" altLang="zh-CN" dirty="0"/>
              <a:t>-</a:t>
            </a:r>
            <a:r>
              <a:rPr lang="zh-CN" altLang="en-US" dirty="0"/>
              <a:t>孙叔敖，开漳圣王</a:t>
            </a:r>
            <a:r>
              <a:rPr lang="en-US" altLang="zh-CN" dirty="0"/>
              <a:t>-</a:t>
            </a:r>
            <a:r>
              <a:rPr lang="zh-CN" altLang="en-US" dirty="0"/>
              <a:t>陈元光，五代十国闽国建立者</a:t>
            </a:r>
            <a:r>
              <a:rPr lang="en-US" altLang="zh-CN" dirty="0"/>
              <a:t>-</a:t>
            </a:r>
            <a:r>
              <a:rPr lang="zh-CN" altLang="en-US" dirty="0"/>
              <a:t>王审之等等一大批仁人志士。如今的固始作为闽台祖地，中原侨乡也在努力发展中，欢迎着外迁之人回来寻根问祖，也欢迎各地同胞前来观光投资，感受我们的淳朴民风。</a:t>
            </a:r>
          </a:p>
        </p:txBody>
      </p:sp>
    </p:spTree>
    <p:extLst>
      <p:ext uri="{BB962C8B-B14F-4D97-AF65-F5344CB8AC3E}">
        <p14:creationId xmlns:p14="http://schemas.microsoft.com/office/powerpoint/2010/main" val="420373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  <a:extLst/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7">
            <a:extLst>
              <a:ext uri="{FF2B5EF4-FFF2-40B4-BE49-F238E27FC236}">
                <a16:creationId xmlns:a16="http://schemas.microsoft.com/office/drawing/2014/main" id="{052BEFF1-896C-45B1-B02C-96A6A1BC3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 36">
            <a:extLst>
              <a:ext uri="{FF2B5EF4-FFF2-40B4-BE49-F238E27FC236}">
                <a16:creationId xmlns:a16="http://schemas.microsoft.com/office/drawing/2014/main" id="{BB237A14-61B1-4C00-A670-5D8D68A866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644637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1">
            <a:extLst>
              <a:ext uri="{FF2B5EF4-FFF2-40B4-BE49-F238E27FC236}">
                <a16:creationId xmlns:a16="http://schemas.microsoft.com/office/drawing/2014/main" id="{8598F259-6F54-47A3-8D13-1603D786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4990911" cy="6858001"/>
          </a:xfrm>
          <a:custGeom>
            <a:avLst/>
            <a:gdLst>
              <a:gd name="connsiteX0" fmla="*/ 3646196 w 4990911"/>
              <a:gd name="connsiteY0" fmla="*/ 0 h 6858001"/>
              <a:gd name="connsiteX1" fmla="*/ 4989734 w 4990911"/>
              <a:gd name="connsiteY1" fmla="*/ 0 h 6858001"/>
              <a:gd name="connsiteX2" fmla="*/ 4964689 w 4990911"/>
              <a:gd name="connsiteY2" fmla="*/ 155677 h 6858001"/>
              <a:gd name="connsiteX3" fmla="*/ 4940820 w 4990911"/>
              <a:gd name="connsiteY3" fmla="*/ 310668 h 6858001"/>
              <a:gd name="connsiteX4" fmla="*/ 4917456 w 4990911"/>
              <a:gd name="connsiteY4" fmla="*/ 466344 h 6858001"/>
              <a:gd name="connsiteX5" fmla="*/ 4897453 w 4990911"/>
              <a:gd name="connsiteY5" fmla="*/ 622707 h 6858001"/>
              <a:gd name="connsiteX6" fmla="*/ 4877282 w 4990911"/>
              <a:gd name="connsiteY6" fmla="*/ 778383 h 6858001"/>
              <a:gd name="connsiteX7" fmla="*/ 4858456 w 4990911"/>
              <a:gd name="connsiteY7" fmla="*/ 934746 h 6858001"/>
              <a:gd name="connsiteX8" fmla="*/ 4842320 w 4990911"/>
              <a:gd name="connsiteY8" fmla="*/ 1089051 h 6858001"/>
              <a:gd name="connsiteX9" fmla="*/ 4827024 w 4990911"/>
              <a:gd name="connsiteY9" fmla="*/ 1245413 h 6858001"/>
              <a:gd name="connsiteX10" fmla="*/ 4813072 w 4990911"/>
              <a:gd name="connsiteY10" fmla="*/ 1401090 h 6858001"/>
              <a:gd name="connsiteX11" fmla="*/ 4800970 w 4990911"/>
              <a:gd name="connsiteY11" fmla="*/ 1554023 h 6858001"/>
              <a:gd name="connsiteX12" fmla="*/ 4788867 w 4990911"/>
              <a:gd name="connsiteY12" fmla="*/ 1709014 h 6858001"/>
              <a:gd name="connsiteX13" fmla="*/ 4778782 w 4990911"/>
              <a:gd name="connsiteY13" fmla="*/ 1861947 h 6858001"/>
              <a:gd name="connsiteX14" fmla="*/ 4770882 w 4990911"/>
              <a:gd name="connsiteY14" fmla="*/ 2014881 h 6858001"/>
              <a:gd name="connsiteX15" fmla="*/ 4762645 w 4990911"/>
              <a:gd name="connsiteY15" fmla="*/ 2167128 h 6858001"/>
              <a:gd name="connsiteX16" fmla="*/ 4755754 w 4990911"/>
              <a:gd name="connsiteY16" fmla="*/ 2318004 h 6858001"/>
              <a:gd name="connsiteX17" fmla="*/ 4750879 w 4990911"/>
              <a:gd name="connsiteY17" fmla="*/ 2467509 h 6858001"/>
              <a:gd name="connsiteX18" fmla="*/ 4746677 w 4990911"/>
              <a:gd name="connsiteY18" fmla="*/ 2617013 h 6858001"/>
              <a:gd name="connsiteX19" fmla="*/ 4742643 w 4990911"/>
              <a:gd name="connsiteY19" fmla="*/ 2765146 h 6858001"/>
              <a:gd name="connsiteX20" fmla="*/ 4740794 w 4990911"/>
              <a:gd name="connsiteY20" fmla="*/ 2911221 h 6858001"/>
              <a:gd name="connsiteX21" fmla="*/ 4738777 w 4990911"/>
              <a:gd name="connsiteY21" fmla="*/ 3057297 h 6858001"/>
              <a:gd name="connsiteX22" fmla="*/ 4737768 w 4990911"/>
              <a:gd name="connsiteY22" fmla="*/ 3201315 h 6858001"/>
              <a:gd name="connsiteX23" fmla="*/ 4738777 w 4990911"/>
              <a:gd name="connsiteY23" fmla="*/ 3343961 h 6858001"/>
              <a:gd name="connsiteX24" fmla="*/ 4738777 w 4990911"/>
              <a:gd name="connsiteY24" fmla="*/ 3485236 h 6858001"/>
              <a:gd name="connsiteX25" fmla="*/ 4740794 w 4990911"/>
              <a:gd name="connsiteY25" fmla="*/ 3625139 h 6858001"/>
              <a:gd name="connsiteX26" fmla="*/ 4743819 w 4990911"/>
              <a:gd name="connsiteY26" fmla="*/ 3762299 h 6858001"/>
              <a:gd name="connsiteX27" fmla="*/ 4746677 w 4990911"/>
              <a:gd name="connsiteY27" fmla="*/ 3898087 h 6858001"/>
              <a:gd name="connsiteX28" fmla="*/ 4749871 w 4990911"/>
              <a:gd name="connsiteY28" fmla="*/ 4031133 h 6858001"/>
              <a:gd name="connsiteX29" fmla="*/ 4754745 w 4990911"/>
              <a:gd name="connsiteY29" fmla="*/ 4163492 h 6858001"/>
              <a:gd name="connsiteX30" fmla="*/ 4759956 w 4990911"/>
              <a:gd name="connsiteY30" fmla="*/ 4293793 h 6858001"/>
              <a:gd name="connsiteX31" fmla="*/ 4764662 w 4990911"/>
              <a:gd name="connsiteY31" fmla="*/ 4421352 h 6858001"/>
              <a:gd name="connsiteX32" fmla="*/ 4777942 w 4990911"/>
              <a:gd name="connsiteY32" fmla="*/ 4670298 h 6858001"/>
              <a:gd name="connsiteX33" fmla="*/ 4792061 w 4990911"/>
              <a:gd name="connsiteY33" fmla="*/ 4908956 h 6858001"/>
              <a:gd name="connsiteX34" fmla="*/ 4806853 w 4990911"/>
              <a:gd name="connsiteY34" fmla="*/ 5138013 h 6858001"/>
              <a:gd name="connsiteX35" fmla="*/ 4823158 w 4990911"/>
              <a:gd name="connsiteY35" fmla="*/ 5354726 h 6858001"/>
              <a:gd name="connsiteX36" fmla="*/ 4840135 w 4990911"/>
              <a:gd name="connsiteY36" fmla="*/ 5561838 h 6858001"/>
              <a:gd name="connsiteX37" fmla="*/ 4858456 w 4990911"/>
              <a:gd name="connsiteY37" fmla="*/ 5753862 h 6858001"/>
              <a:gd name="connsiteX38" fmla="*/ 4876442 w 4990911"/>
              <a:gd name="connsiteY38" fmla="*/ 5934227 h 6858001"/>
              <a:gd name="connsiteX39" fmla="*/ 4894427 w 4990911"/>
              <a:gd name="connsiteY39" fmla="*/ 6100191 h 6858001"/>
              <a:gd name="connsiteX40" fmla="*/ 4911404 w 4990911"/>
              <a:gd name="connsiteY40" fmla="*/ 6252438 h 6858001"/>
              <a:gd name="connsiteX41" fmla="*/ 4927541 w 4990911"/>
              <a:gd name="connsiteY41" fmla="*/ 6387541 h 6858001"/>
              <a:gd name="connsiteX42" fmla="*/ 4942837 w 4990911"/>
              <a:gd name="connsiteY42" fmla="*/ 6509613 h 6858001"/>
              <a:gd name="connsiteX43" fmla="*/ 4955612 w 4990911"/>
              <a:gd name="connsiteY43" fmla="*/ 6612483 h 6858001"/>
              <a:gd name="connsiteX44" fmla="*/ 4967714 w 4990911"/>
              <a:gd name="connsiteY44" fmla="*/ 6698894 h 6858001"/>
              <a:gd name="connsiteX45" fmla="*/ 4985028 w 4990911"/>
              <a:gd name="connsiteY45" fmla="*/ 6817538 h 6858001"/>
              <a:gd name="connsiteX46" fmla="*/ 4990911 w 4990911"/>
              <a:gd name="connsiteY46" fmla="*/ 6858000 h 6858001"/>
              <a:gd name="connsiteX47" fmla="*/ 4085557 w 4990911"/>
              <a:gd name="connsiteY47" fmla="*/ 6858000 h 6858001"/>
              <a:gd name="connsiteX48" fmla="*/ 4085557 w 4990911"/>
              <a:gd name="connsiteY48" fmla="*/ 6858001 h 6858001"/>
              <a:gd name="connsiteX49" fmla="*/ 0 w 4990911"/>
              <a:gd name="connsiteY49" fmla="*/ 6858001 h 6858001"/>
              <a:gd name="connsiteX50" fmla="*/ 0 w 4990911"/>
              <a:gd name="connsiteY50" fmla="*/ 1 h 6858001"/>
              <a:gd name="connsiteX51" fmla="*/ 3646196 w 4990911"/>
              <a:gd name="connsiteY51" fmla="*/ 1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4990911" h="6858001">
                <a:moveTo>
                  <a:pt x="3646196" y="0"/>
                </a:moveTo>
                <a:lnTo>
                  <a:pt x="4989734" y="0"/>
                </a:lnTo>
                <a:lnTo>
                  <a:pt x="4964689" y="155677"/>
                </a:lnTo>
                <a:lnTo>
                  <a:pt x="4940820" y="310668"/>
                </a:lnTo>
                <a:lnTo>
                  <a:pt x="4917456" y="466344"/>
                </a:lnTo>
                <a:lnTo>
                  <a:pt x="4897453" y="622707"/>
                </a:lnTo>
                <a:lnTo>
                  <a:pt x="4877282" y="778383"/>
                </a:lnTo>
                <a:lnTo>
                  <a:pt x="4858456" y="934746"/>
                </a:lnTo>
                <a:lnTo>
                  <a:pt x="4842320" y="1089051"/>
                </a:lnTo>
                <a:lnTo>
                  <a:pt x="4827024" y="1245413"/>
                </a:lnTo>
                <a:lnTo>
                  <a:pt x="4813072" y="1401090"/>
                </a:lnTo>
                <a:lnTo>
                  <a:pt x="4800970" y="1554023"/>
                </a:lnTo>
                <a:lnTo>
                  <a:pt x="4788867" y="1709014"/>
                </a:lnTo>
                <a:lnTo>
                  <a:pt x="4778782" y="1861947"/>
                </a:lnTo>
                <a:lnTo>
                  <a:pt x="4770882" y="2014881"/>
                </a:lnTo>
                <a:lnTo>
                  <a:pt x="4762645" y="2167128"/>
                </a:lnTo>
                <a:lnTo>
                  <a:pt x="4755754" y="2318004"/>
                </a:lnTo>
                <a:lnTo>
                  <a:pt x="4750879" y="2467509"/>
                </a:lnTo>
                <a:lnTo>
                  <a:pt x="4746677" y="2617013"/>
                </a:lnTo>
                <a:lnTo>
                  <a:pt x="4742643" y="2765146"/>
                </a:lnTo>
                <a:lnTo>
                  <a:pt x="4740794" y="2911221"/>
                </a:lnTo>
                <a:lnTo>
                  <a:pt x="4738777" y="3057297"/>
                </a:lnTo>
                <a:lnTo>
                  <a:pt x="4737768" y="3201315"/>
                </a:lnTo>
                <a:lnTo>
                  <a:pt x="4738777" y="3343961"/>
                </a:lnTo>
                <a:lnTo>
                  <a:pt x="4738777" y="3485236"/>
                </a:lnTo>
                <a:lnTo>
                  <a:pt x="4740794" y="3625139"/>
                </a:lnTo>
                <a:lnTo>
                  <a:pt x="4743819" y="3762299"/>
                </a:lnTo>
                <a:lnTo>
                  <a:pt x="4746677" y="3898087"/>
                </a:lnTo>
                <a:lnTo>
                  <a:pt x="4749871" y="4031133"/>
                </a:lnTo>
                <a:lnTo>
                  <a:pt x="4754745" y="4163492"/>
                </a:lnTo>
                <a:lnTo>
                  <a:pt x="4759956" y="4293793"/>
                </a:lnTo>
                <a:lnTo>
                  <a:pt x="4764662" y="4421352"/>
                </a:lnTo>
                <a:lnTo>
                  <a:pt x="4777942" y="4670298"/>
                </a:lnTo>
                <a:lnTo>
                  <a:pt x="4792061" y="4908956"/>
                </a:lnTo>
                <a:lnTo>
                  <a:pt x="4806853" y="5138013"/>
                </a:lnTo>
                <a:lnTo>
                  <a:pt x="4823158" y="5354726"/>
                </a:lnTo>
                <a:lnTo>
                  <a:pt x="4840135" y="5561838"/>
                </a:lnTo>
                <a:lnTo>
                  <a:pt x="4858456" y="5753862"/>
                </a:lnTo>
                <a:lnTo>
                  <a:pt x="4876442" y="5934227"/>
                </a:lnTo>
                <a:lnTo>
                  <a:pt x="4894427" y="6100191"/>
                </a:lnTo>
                <a:lnTo>
                  <a:pt x="4911404" y="6252438"/>
                </a:lnTo>
                <a:lnTo>
                  <a:pt x="4927541" y="6387541"/>
                </a:lnTo>
                <a:lnTo>
                  <a:pt x="4942837" y="6509613"/>
                </a:lnTo>
                <a:lnTo>
                  <a:pt x="4955612" y="6612483"/>
                </a:lnTo>
                <a:lnTo>
                  <a:pt x="4967714" y="6698894"/>
                </a:lnTo>
                <a:lnTo>
                  <a:pt x="4985028" y="6817538"/>
                </a:lnTo>
                <a:lnTo>
                  <a:pt x="4990911" y="6858000"/>
                </a:lnTo>
                <a:lnTo>
                  <a:pt x="4085557" y="6858000"/>
                </a:lnTo>
                <a:lnTo>
                  <a:pt x="4085557" y="6858001"/>
                </a:lnTo>
                <a:lnTo>
                  <a:pt x="0" y="6858001"/>
                </a:lnTo>
                <a:lnTo>
                  <a:pt x="0" y="1"/>
                </a:lnTo>
                <a:lnTo>
                  <a:pt x="3646196" y="1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9995EEA-3CB5-4B46-B1AB-D4DE4CEA0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43" y="1645920"/>
            <a:ext cx="3631181" cy="4470821"/>
          </a:xfrm>
        </p:spPr>
        <p:txBody>
          <a:bodyPr>
            <a:normAutofit/>
          </a:bodyPr>
          <a:lstStyle/>
          <a:p>
            <a:pPr algn="r"/>
            <a:r>
              <a:rPr lang="zh-CN" altLang="en-US" sz="3600" dirty="0"/>
              <a:t>幻灯片到此结束</a:t>
            </a:r>
            <a:r>
              <a:rPr lang="en-US" altLang="zh-CN" sz="3600" dirty="0"/>
              <a:t>	      </a:t>
            </a:r>
            <a:r>
              <a:rPr lang="zh-CN" altLang="en-US" sz="3600" dirty="0"/>
              <a:t>谢谢观看</a:t>
            </a: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0BA768A8-4FED-4ED8-9E46-6BE72188EC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08A563-B3C4-421D-9320-9B281FD5B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4109" y="1645920"/>
            <a:ext cx="5919503" cy="447082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>
                <a:solidFill>
                  <a:schemeClr val="bg1"/>
                </a:solidFill>
              </a:rPr>
              <a:t>																	</a:t>
            </a:r>
            <a:r>
              <a:rPr lang="en-US" altLang="zh-CN" sz="4000" dirty="0">
                <a:solidFill>
                  <a:schemeClr val="bg1"/>
                </a:solidFill>
              </a:rPr>
              <a:t>								</a:t>
            </a:r>
            <a:r>
              <a:rPr lang="zh-CN" altLang="en-US" sz="4000" dirty="0">
                <a:solidFill>
                  <a:schemeClr val="bg1"/>
                </a:solidFill>
              </a:rPr>
              <a:t>我是大数据</a:t>
            </a:r>
            <a:r>
              <a:rPr lang="en-US" altLang="zh-CN" sz="4000" dirty="0">
                <a:solidFill>
                  <a:schemeClr val="bg1"/>
                </a:solidFill>
              </a:rPr>
              <a:t>182</a:t>
            </a:r>
            <a:r>
              <a:rPr lang="zh-CN" altLang="en-US" sz="4000" dirty="0">
                <a:solidFill>
                  <a:schemeClr val="bg1"/>
                </a:solidFill>
              </a:rPr>
              <a:t>张晨锐</a:t>
            </a:r>
          </a:p>
        </p:txBody>
      </p:sp>
    </p:spTree>
    <p:extLst>
      <p:ext uri="{BB962C8B-B14F-4D97-AF65-F5344CB8AC3E}">
        <p14:creationId xmlns:p14="http://schemas.microsoft.com/office/powerpoint/2010/main" val="12864508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31299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离子">
  <a:themeElements>
    <a:clrScheme name="离子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离子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离子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44</TotalTime>
  <Words>622</Words>
  <Application>Microsoft Office PowerPoint</Application>
  <PresentationFormat>宽屏</PresentationFormat>
  <Paragraphs>56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8" baseType="lpstr">
      <vt:lpstr>等线 Light</vt:lpstr>
      <vt:lpstr>宋体</vt:lpstr>
      <vt:lpstr>Arial</vt:lpstr>
      <vt:lpstr>Arial</vt:lpstr>
      <vt:lpstr>Century Gothic</vt:lpstr>
      <vt:lpstr>Wingdings 3</vt:lpstr>
      <vt:lpstr>离子</vt:lpstr>
      <vt:lpstr>我是张晨锐</vt:lpstr>
      <vt:lpstr>自我介绍：</vt:lpstr>
      <vt:lpstr>下面这就是我生活了三年的学校——永和高中</vt:lpstr>
      <vt:lpstr>这是永和：</vt:lpstr>
      <vt:lpstr>河南就不介绍了，下面是我的家乡信阳与固始</vt:lpstr>
      <vt:lpstr>我知道的家乡：</vt:lpstr>
      <vt:lpstr>信阳风光：</vt:lpstr>
      <vt:lpstr>我们的美食：</vt:lpstr>
      <vt:lpstr>PowerPoint 演示文稿</vt:lpstr>
      <vt:lpstr>幻灯片到此结束       谢谢观看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我是张晨锐</dc:title>
  <dc:creator>zhangchenrui123@outlook.com</dc:creator>
  <cp:lastModifiedBy>zhangchenrui123@outlook.com</cp:lastModifiedBy>
  <cp:revision>5</cp:revision>
  <dcterms:created xsi:type="dcterms:W3CDTF">2018-10-06T05:36:18Z</dcterms:created>
  <dcterms:modified xsi:type="dcterms:W3CDTF">2018-10-06T06:20:36Z</dcterms:modified>
</cp:coreProperties>
</file>