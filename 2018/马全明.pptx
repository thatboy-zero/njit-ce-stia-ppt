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94" r:id="rId4"/>
    <p:sldId id="295" r:id="rId5"/>
    <p:sldId id="298" r:id="rId6"/>
    <p:sldId id="299" r:id="rId7"/>
    <p:sldId id="300" r:id="rId8"/>
    <p:sldId id="301" r:id="rId9"/>
    <p:sldId id="296" r:id="rId10"/>
    <p:sldId id="297" r:id="rId11"/>
    <p:sldId id="302" r:id="rId12"/>
    <p:sldId id="303" r:id="rId13"/>
  </p:sldIdLst>
  <p:sldSz cx="12192000" cy="6858000"/>
  <p:notesSz cx="6858000" cy="9144000"/>
  <p:defaultTex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62"/>
      </p:cViewPr>
      <p:guideLst>
        <p:guide orient="horz" pos="2160"/>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1800" cy="458788"/>
          </a:xfrm>
          <a:prstGeom prst="rect">
            <a:avLst/>
          </a:prstGeom>
          <a:noFill/>
          <a:ln>
            <a:noFill/>
          </a:ln>
          <a:extLst/>
        </p:spPr>
        <p:txBody>
          <a:bodyPr vert="horz" wrap="square" lIns="91440" tIns="45720" rIns="91440" bIns="45720" numCol="1" anchor="t" anchorCtr="0" compatLnSpc="1">
            <a:prstTxWarp prst="textNoShape">
              <a:avLst/>
            </a:prstTxWarp>
          </a:bodyPr>
          <a:lstStyle>
            <a:lvl1pPr eaLnBrk="1" hangingPunct="1">
              <a:defRPr sz="1200">
                <a:ea typeface="微软雅黑" panose="020B0503020204020204" pitchFamily="34" charset="-122"/>
              </a:defRPr>
            </a:lvl1pPr>
          </a:lstStyle>
          <a:p>
            <a:pPr>
              <a:defRPr/>
            </a:pPr>
            <a:endParaRPr lang="zh-CN" altLang="en-US" dirty="0"/>
          </a:p>
        </p:txBody>
      </p:sp>
      <p:sp>
        <p:nvSpPr>
          <p:cNvPr id="2051" name="日期占位符 2"/>
          <p:cNvSpPr>
            <a:spLocks noGrp="1" noChangeArrowheads="1"/>
          </p:cNvSpPr>
          <p:nvPr>
            <p:ph type="dt" idx="1"/>
          </p:nvPr>
        </p:nvSpPr>
        <p:spPr bwMode="auto">
          <a:xfrm>
            <a:off x="3884613" y="0"/>
            <a:ext cx="2971800" cy="458788"/>
          </a:xfrm>
          <a:prstGeom prst="rect">
            <a:avLst/>
          </a:prstGeom>
          <a:noFill/>
          <a:ln>
            <a:noFill/>
          </a:ln>
          <a:extLst/>
        </p:spPr>
        <p:txBody>
          <a:bodyPr vert="horz" wrap="square" lIns="91440" tIns="45720" rIns="91440" bIns="45720" numCol="1" anchor="t" anchorCtr="0" compatLnSpc="1">
            <a:prstTxWarp prst="textNoShape">
              <a:avLst/>
            </a:prstTxWarp>
          </a:bodyPr>
          <a:lstStyle>
            <a:lvl1pPr algn="r" eaLnBrk="1" hangingPunct="1">
              <a:defRPr sz="1200">
                <a:ea typeface="微软雅黑" panose="020B0503020204020204" pitchFamily="34" charset="-122"/>
              </a:defRPr>
            </a:lvl1pPr>
          </a:lstStyle>
          <a:p>
            <a:pPr>
              <a:defRPr/>
            </a:pPr>
            <a:fld id="{7F4ED51E-F49F-46FB-9CC2-C2EE831C1381}" type="datetimeFigureOut">
              <a:rPr lang="zh-CN" altLang="en-US" smtClean="0"/>
              <a:pPr>
                <a:defRPr/>
              </a:pPr>
              <a:t>2018/10/2</a:t>
            </a:fld>
            <a:endParaRPr lang="zh-CN" altLang="en-US" dirty="0"/>
          </a:p>
        </p:txBody>
      </p:sp>
      <p:sp>
        <p:nvSpPr>
          <p:cNvPr id="31748" name="幻灯片图像占位符 3"/>
          <p:cNvSpPr>
            <a:spLocks noGrp="1" noRot="1" noChangeAspect="1" noChangeArrowheads="1"/>
          </p:cNvSpPr>
          <p:nvPr>
            <p:ph type="sldImg" idx="2"/>
          </p:nvPr>
        </p:nvSpPr>
        <p:spPr bwMode="auto">
          <a:xfrm>
            <a:off x="685800" y="1143000"/>
            <a:ext cx="5486400" cy="3086100"/>
          </a:xfrm>
          <a:prstGeom prst="rect">
            <a:avLst/>
          </a:prstGeom>
          <a:noFill/>
          <a:ln w="12700">
            <a:noFill/>
            <a:miter lim="800000"/>
            <a:headEnd/>
            <a:tailEnd/>
          </a:ln>
        </p:spPr>
      </p:sp>
      <p:sp>
        <p:nvSpPr>
          <p:cNvPr id="2053" name="备注占位符 4"/>
          <p:cNvSpPr>
            <a:spLocks noGrp="1" noChangeArrowheads="1"/>
          </p:cNvSpPr>
          <p:nvPr>
            <p:ph type="body" sz="quarter" idx="3"/>
          </p:nvPr>
        </p:nvSpPr>
        <p:spPr bwMode="auto">
          <a:xfrm>
            <a:off x="685800" y="4400550"/>
            <a:ext cx="5486400" cy="3600450"/>
          </a:xfrm>
          <a:prstGeom prst="rect">
            <a:avLst/>
          </a:prstGeom>
          <a:noFill/>
          <a:ln>
            <a:noFill/>
          </a:ln>
          <a:extLst/>
        </p:spPr>
        <p:txBody>
          <a:bodyPr vert="horz" wrap="square" lIns="91440" tIns="45720" rIns="91440" bIns="45720" numCol="1" anchor="ctr" anchorCtr="0" compatLnSpc="1">
            <a:prstTxWarp prst="textNoShape">
              <a:avLst/>
            </a:prstTxWarp>
          </a:bodyPr>
          <a:lstStyle/>
          <a:p>
            <a:pPr lvl="0"/>
            <a:r>
              <a:rPr lang="zh-CN" altLang="en-US" noProof="0" dirty="0" smtClean="0"/>
              <a:t>单击此处编辑母版文本样式</a:t>
            </a:r>
          </a:p>
          <a:p>
            <a:pPr lvl="1"/>
            <a:r>
              <a:rPr lang="zh-CN" altLang="en-US" noProof="0" dirty="0" smtClean="0"/>
              <a:t>第二级</a:t>
            </a:r>
          </a:p>
          <a:p>
            <a:pPr lvl="2"/>
            <a:r>
              <a:rPr lang="zh-CN" altLang="en-US" noProof="0" dirty="0" smtClean="0"/>
              <a:t>第三级</a:t>
            </a:r>
          </a:p>
          <a:p>
            <a:pPr lvl="3"/>
            <a:r>
              <a:rPr lang="zh-CN" altLang="en-US" noProof="0" dirty="0" smtClean="0"/>
              <a:t>第四级</a:t>
            </a:r>
          </a:p>
          <a:p>
            <a:pPr lvl="4"/>
            <a:r>
              <a:rPr lang="zh-CN" altLang="en-US" noProof="0" dirty="0" smtClean="0"/>
              <a:t>第五级</a:t>
            </a:r>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a:noFill/>
          </a:ln>
          <a:extLst/>
        </p:spPr>
        <p:txBody>
          <a:bodyPr vert="horz" wrap="square" lIns="91440" tIns="45720" rIns="91440" bIns="45720" numCol="1" anchor="b" anchorCtr="0" compatLnSpc="1">
            <a:prstTxWarp prst="textNoShape">
              <a:avLst/>
            </a:prstTxWarp>
          </a:bodyPr>
          <a:lstStyle>
            <a:lvl1pPr eaLnBrk="1" hangingPunct="1">
              <a:defRPr sz="1200">
                <a:ea typeface="微软雅黑" panose="020B0503020204020204" pitchFamily="34" charset="-122"/>
              </a:defRPr>
            </a:lvl1pPr>
          </a:lstStyle>
          <a:p>
            <a:pPr>
              <a:defRPr/>
            </a:pPr>
            <a:endParaRPr lang="zh-CN" altLang="en-US" dirty="0"/>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a:noFill/>
          </a:ln>
          <a:extLst/>
        </p:spPr>
        <p:txBody>
          <a:bodyPr vert="horz" wrap="square" lIns="91440" tIns="45720" rIns="91440" bIns="45720" numCol="1" anchor="b" anchorCtr="0" compatLnSpc="1">
            <a:prstTxWarp prst="textNoShape">
              <a:avLst/>
            </a:prstTxWarp>
          </a:bodyPr>
          <a:lstStyle>
            <a:lvl1pPr algn="r" eaLnBrk="1" hangingPunct="1">
              <a:defRPr sz="1200">
                <a:ea typeface="微软雅黑" panose="020B0503020204020204" pitchFamily="34" charset="-122"/>
              </a:defRPr>
            </a:lvl1pPr>
          </a:lstStyle>
          <a:p>
            <a:pPr>
              <a:defRPr/>
            </a:pPr>
            <a:fld id="{9ABABC7F-F86A-4E74-9749-D3B614633B49}" type="slidenum">
              <a:rPr lang="zh-CN" altLang="en-US" smtClean="0"/>
              <a:pPr>
                <a:defRPr/>
              </a:pPr>
              <a:t>‹#›</a:t>
            </a:fld>
            <a:endParaRPr lang="zh-CN" altLang="en-US" dirty="0"/>
          </a:p>
        </p:txBody>
      </p:sp>
    </p:spTree>
    <p:extLst>
      <p:ext uri="{BB962C8B-B14F-4D97-AF65-F5344CB8AC3E}">
        <p14:creationId xmlns:p14="http://schemas.microsoft.com/office/powerpoint/2010/main" val="35800382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微软雅黑" panose="020B0503020204020204" pitchFamily="34"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微软雅黑" panose="020B0503020204020204" pitchFamily="34"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微软雅黑" panose="020B0503020204020204" pitchFamily="34"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微软雅黑" panose="020B0503020204020204" pitchFamily="34"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p:sp>
      <p:sp>
        <p:nvSpPr>
          <p:cNvPr id="32771" name="备注占位符 2"/>
          <p:cNvSpPr>
            <a:spLocks noGrp="1"/>
          </p:cNvSpPr>
          <p:nvPr>
            <p:ph type="body" idx="1"/>
          </p:nvPr>
        </p:nvSpPr>
        <p:spPr>
          <a:noFill/>
        </p:spPr>
        <p:txBody>
          <a:bodyPr anchor="t"/>
          <a:lstStyle/>
          <a:p>
            <a:pPr eaLnBrk="1" hangingPunct="1">
              <a:spcBef>
                <a:spcPct val="0"/>
              </a:spcBef>
            </a:pPr>
            <a:endParaRPr lang="zh-CN" altLang="en-US" dirty="0" smtClean="0"/>
          </a:p>
        </p:txBody>
      </p:sp>
      <p:sp>
        <p:nvSpPr>
          <p:cNvPr id="32772" name="灯片编号占位符 3"/>
          <p:cNvSpPr txBox="1">
            <a:spLocks noGrp="1" noChangeArrowheads="1"/>
          </p:cNvSpPr>
          <p:nvPr/>
        </p:nvSpPr>
        <p:spPr bwMode="auto">
          <a:xfrm>
            <a:off x="3884613" y="8685213"/>
            <a:ext cx="2971800" cy="458787"/>
          </a:xfrm>
          <a:prstGeom prst="rect">
            <a:avLst/>
          </a:prstGeom>
          <a:noFill/>
          <a:ln w="9525">
            <a:noFill/>
            <a:miter lim="800000"/>
            <a:headEnd/>
            <a:tailEnd/>
          </a:ln>
        </p:spPr>
        <p:txBody>
          <a:bodyPr anchor="b"/>
          <a:lstStyle/>
          <a:p>
            <a:pPr algn="r" eaLnBrk="1" hangingPunct="1"/>
            <a:fld id="{0F5AD972-4BAC-4F0F-A575-C733E50154E4}" type="slidenum">
              <a:rPr lang="zh-CN" altLang="en-US" sz="1200">
                <a:ea typeface="微软雅黑" panose="020B0503020204020204" pitchFamily="34" charset="-122"/>
              </a:rPr>
              <a:pPr algn="r" eaLnBrk="1" hangingPunct="1"/>
              <a:t>1</a:t>
            </a:fld>
            <a:endParaRPr lang="zh-CN" altLang="en-US" sz="1200" dirty="0">
              <a:ea typeface="微软雅黑" panose="020B0503020204020204" pitchFamily="34" charset="-122"/>
            </a:endParaRPr>
          </a:p>
        </p:txBody>
      </p:sp>
    </p:spTree>
    <p:extLst>
      <p:ext uri="{BB962C8B-B14F-4D97-AF65-F5344CB8AC3E}">
        <p14:creationId xmlns:p14="http://schemas.microsoft.com/office/powerpoint/2010/main" val="716787048"/>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a:ln/>
        </p:spPr>
        <p:txBody>
          <a:bodyPr/>
          <a:lstStyle>
            <a:lvl1pPr>
              <a:defRPr/>
            </a:lvl1pPr>
          </a:lstStyle>
          <a:p>
            <a:pPr>
              <a:defRPr/>
            </a:pPr>
            <a:fld id="{D59A7E1C-726B-40A7-9599-9535280316B6}" type="datetimeFigureOut">
              <a:rPr lang="zh-CN" altLang="en-US"/>
              <a:pPr>
                <a:defRPr/>
              </a:pPr>
              <a:t>2018/10/2</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pPr>
              <a:defRPr/>
            </a:pPr>
            <a:fld id="{B19979F4-9FDC-473B-88DA-8817092D7ED4}" type="slidenum">
              <a:rPr lang="zh-CN" altLang="en-US"/>
              <a:pPr>
                <a:defRPr/>
              </a:pPr>
              <a:t>‹#›</a:t>
            </a:fld>
            <a:endParaRPr lang="zh-CN" altLang="en-US"/>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noChangeArrowheads="1"/>
          </p:cNvSpPr>
          <p:nvPr>
            <p:ph type="dt" sz="half" idx="10"/>
          </p:nvPr>
        </p:nvSpPr>
        <p:spPr>
          <a:ln/>
        </p:spPr>
        <p:txBody>
          <a:bodyPr/>
          <a:lstStyle>
            <a:lvl1pPr>
              <a:defRPr/>
            </a:lvl1pPr>
          </a:lstStyle>
          <a:p>
            <a:pPr>
              <a:defRPr/>
            </a:pPr>
            <a:fld id="{B3E06BF6-33B1-44CE-9014-D454A0ECFAFE}" type="datetimeFigureOut">
              <a:rPr lang="zh-CN" altLang="en-US"/>
              <a:pPr>
                <a:defRPr/>
              </a:pPr>
              <a:t>2018/10/2</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pPr>
              <a:defRPr/>
            </a:pPr>
            <a:fld id="{D7C2F660-D284-42FC-AC7D-A1D9D3E9C44D}" type="slidenum">
              <a:rPr lang="zh-CN" altLang="en-US"/>
              <a:pPr>
                <a:defRPr/>
              </a:pPr>
              <a:t>‹#›</a:t>
            </a:fld>
            <a:endParaRPr lang="zh-CN" altLang="en-US"/>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noChangeArrowheads="1"/>
          </p:cNvSpPr>
          <p:nvPr>
            <p:ph type="dt" sz="half" idx="10"/>
          </p:nvPr>
        </p:nvSpPr>
        <p:spPr>
          <a:ln/>
        </p:spPr>
        <p:txBody>
          <a:bodyPr/>
          <a:lstStyle>
            <a:lvl1pPr>
              <a:defRPr/>
            </a:lvl1pPr>
          </a:lstStyle>
          <a:p>
            <a:pPr>
              <a:defRPr/>
            </a:pPr>
            <a:fld id="{B3071F3B-4DC3-4776-B63F-435D9A4D4DF9}" type="datetimeFigureOut">
              <a:rPr lang="zh-CN" altLang="en-US"/>
              <a:pPr>
                <a:defRPr/>
              </a:pPr>
              <a:t>2018/10/2</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pPr>
              <a:defRPr/>
            </a:pPr>
            <a:fld id="{95B585F2-BDD2-4B8F-9F0D-B542D2097DB6}" type="slidenum">
              <a:rPr lang="zh-CN" altLang="en-US"/>
              <a:pPr>
                <a:defRPr/>
              </a:pPr>
              <a:t>‹#›</a:t>
            </a:fld>
            <a:endParaRPr lang="zh-CN" altLang="en-US"/>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矩形 8"/>
          <p:cNvSpPr/>
          <p:nvPr userDrawn="1"/>
        </p:nvSpPr>
        <p:spPr>
          <a:xfrm>
            <a:off x="7582749" y="15909861"/>
            <a:ext cx="775136" cy="246221"/>
          </a:xfrm>
          <a:prstGeom prst="rect">
            <a:avLst/>
          </a:prstGeom>
        </p:spPr>
        <p:txBody>
          <a:bodyPr wrap="square">
            <a:spAutoFit/>
          </a:bodyPr>
          <a:lstStyle/>
          <a:p>
            <a:pPr eaLnBrk="1" fontAlgn="auto" hangingPunct="1">
              <a:spcBef>
                <a:spcPts val="0"/>
              </a:spcBef>
              <a:spcAft>
                <a:spcPts val="0"/>
              </a:spcAft>
              <a:buFontTx/>
              <a:buNone/>
            </a:pPr>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pPr eaLnBrk="1" fontAlgn="auto" hangingPunct="1">
              <a:spcBef>
                <a:spcPts val="0"/>
              </a:spcBef>
              <a:spcAft>
                <a:spcPts val="0"/>
              </a:spcAft>
              <a:buFontTx/>
              <a:buNone/>
            </a:pPr>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p>
          <a:p>
            <a:pPr eaLnBrk="1" fontAlgn="auto" hangingPunct="1">
              <a:spcBef>
                <a:spcPts val="0"/>
              </a:spcBef>
              <a:spcAft>
                <a:spcPts val="0"/>
              </a:spcAft>
              <a:buFontTx/>
              <a:buNone/>
            </a:pPr>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p>
          <a:p>
            <a:pPr eaLnBrk="1" fontAlgn="auto" hangingPunct="1">
              <a:spcBef>
                <a:spcPts val="0"/>
              </a:spcBef>
              <a:spcAft>
                <a:spcPts val="0"/>
              </a:spcAft>
              <a:buFontTx/>
              <a:buNone/>
            </a:pPr>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pPr eaLnBrk="1" fontAlgn="auto" hangingPunct="1">
              <a:spcBef>
                <a:spcPts val="0"/>
              </a:spcBef>
              <a:spcAft>
                <a:spcPts val="0"/>
              </a:spcAft>
              <a:buFontTx/>
              <a:buNone/>
            </a:pPr>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p>
          <a:p>
            <a:pPr eaLnBrk="1" fontAlgn="auto" hangingPunct="1">
              <a:spcBef>
                <a:spcPts val="0"/>
              </a:spcBef>
              <a:spcAft>
                <a:spcPts val="0"/>
              </a:spcAft>
              <a:buFontTx/>
              <a:buNone/>
            </a:pPr>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p>
          <a:p>
            <a:pPr eaLnBrk="1" fontAlgn="auto" hangingPunct="1">
              <a:spcBef>
                <a:spcPts val="0"/>
              </a:spcBef>
              <a:spcAft>
                <a:spcPts val="0"/>
              </a:spcAft>
              <a:buFontTx/>
              <a:buNone/>
            </a:pPr>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p>
          <a:p>
            <a:pPr eaLnBrk="1" fontAlgn="auto" hangingPunct="1">
              <a:spcBef>
                <a:spcPts val="0"/>
              </a:spcBef>
              <a:spcAft>
                <a:spcPts val="0"/>
              </a:spcAft>
              <a:buFontTx/>
              <a:buNone/>
            </a:pPr>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r>
              <a:rPr lang="en-US" altLang="zh-CN" sz="100" dirty="0" smtClean="0">
                <a:solidFill>
                  <a:prstClr val="white"/>
                </a:solidFill>
                <a:latin typeface="Calibri"/>
                <a:ea typeface="宋体"/>
              </a:rPr>
              <a:t>      </a:t>
            </a:r>
            <a:endParaRPr lang="en-US" altLang="zh-CN" sz="100" dirty="0">
              <a:solidFill>
                <a:prstClr val="white"/>
              </a:solidFill>
              <a:latin typeface="Calibri"/>
              <a:ea typeface="宋体"/>
            </a:endParaRPr>
          </a:p>
          <a:p>
            <a:pPr eaLnBrk="1" fontAlgn="auto" hangingPunct="1">
              <a:spcBef>
                <a:spcPts val="0"/>
              </a:spcBef>
              <a:spcAft>
                <a:spcPts val="0"/>
              </a:spcAft>
              <a:buFontTx/>
              <a:buNone/>
            </a:pPr>
            <a:r>
              <a:rPr lang="zh-CN" altLang="en-US" sz="100" dirty="0" smtClean="0">
                <a:solidFill>
                  <a:prstClr val="white"/>
                </a:solidFill>
                <a:latin typeface="Calibri"/>
                <a:ea typeface="宋体"/>
              </a:rPr>
              <a:t>字体下载：</a:t>
            </a:r>
            <a:r>
              <a:rPr lang="en-US" altLang="zh-CN" sz="100" dirty="0" smtClean="0">
                <a:solidFill>
                  <a:prstClr val="white"/>
                </a:solidFill>
                <a:latin typeface="Calibri"/>
                <a:ea typeface="宋体"/>
              </a:rPr>
              <a:t>www.1ppt.com/ziti/</a:t>
            </a:r>
            <a:endParaRPr lang="en-US" altLang="zh-CN" sz="100" dirty="0">
              <a:solidFill>
                <a:prstClr val="white"/>
              </a:solidFill>
              <a:latin typeface="Calibri"/>
              <a:ea typeface="宋体"/>
            </a:endParaRPr>
          </a:p>
          <a:p>
            <a:pPr eaLnBrk="1" fontAlgn="auto" hangingPunct="1">
              <a:spcBef>
                <a:spcPts val="0"/>
              </a:spcBef>
              <a:spcAft>
                <a:spcPts val="0"/>
              </a:spcAft>
              <a:buFontTx/>
              <a:buNone/>
            </a:pPr>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noChangeArrowheads="1"/>
          </p:cNvSpPr>
          <p:nvPr>
            <p:ph type="dt" sz="half" idx="10"/>
          </p:nvPr>
        </p:nvSpPr>
        <p:spPr>
          <a:ln/>
        </p:spPr>
        <p:txBody>
          <a:bodyPr/>
          <a:lstStyle>
            <a:lvl1pPr>
              <a:defRPr/>
            </a:lvl1pPr>
          </a:lstStyle>
          <a:p>
            <a:pPr>
              <a:defRPr/>
            </a:pPr>
            <a:fld id="{527DA950-BFCA-4B83-94AB-1463BA28A20F}" type="datetimeFigureOut">
              <a:rPr lang="zh-CN" altLang="en-US"/>
              <a:pPr>
                <a:defRPr/>
              </a:pPr>
              <a:t>2018/10/2</a:t>
            </a:fld>
            <a:endParaRPr lang="zh-CN" altLang="en-US"/>
          </a:p>
        </p:txBody>
      </p:sp>
      <p:sp>
        <p:nvSpPr>
          <p:cNvPr id="6"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pPr>
              <a:defRPr/>
            </a:pPr>
            <a:fld id="{72B1CA3C-1EB3-4F37-A528-DD068C6E759C}" type="slidenum">
              <a:rPr lang="zh-CN" altLang="en-US"/>
              <a:pPr>
                <a:defRPr/>
              </a:pPr>
              <a:t>‹#›</a:t>
            </a:fld>
            <a:endParaRPr lang="zh-CN" altLang="en-US"/>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noChangeArrowheads="1"/>
          </p:cNvSpPr>
          <p:nvPr>
            <p:ph type="dt" sz="half" idx="10"/>
          </p:nvPr>
        </p:nvSpPr>
        <p:spPr>
          <a:ln/>
        </p:spPr>
        <p:txBody>
          <a:bodyPr/>
          <a:lstStyle>
            <a:lvl1pPr>
              <a:defRPr/>
            </a:lvl1pPr>
          </a:lstStyle>
          <a:p>
            <a:pPr>
              <a:defRPr/>
            </a:pPr>
            <a:fld id="{B2C8BD17-E202-4178-B52A-FFA2A8CA26CE}" type="datetimeFigureOut">
              <a:rPr lang="zh-CN" altLang="en-US"/>
              <a:pPr>
                <a:defRPr/>
              </a:pPr>
              <a:t>2018/10/2</a:t>
            </a:fld>
            <a:endParaRPr lang="zh-CN" altLang="en-US"/>
          </a:p>
        </p:txBody>
      </p:sp>
      <p:sp>
        <p:nvSpPr>
          <p:cNvPr id="8"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a:ln/>
        </p:spPr>
        <p:txBody>
          <a:bodyPr/>
          <a:lstStyle>
            <a:lvl1pPr>
              <a:defRPr/>
            </a:lvl1pPr>
          </a:lstStyle>
          <a:p>
            <a:pPr>
              <a:defRPr/>
            </a:pPr>
            <a:fld id="{F3688263-765E-4EBC-A1B1-BAEA01F56BCC}" type="slidenum">
              <a:rPr lang="zh-CN" altLang="en-US"/>
              <a:pPr>
                <a:defRPr/>
              </a:pPr>
              <a:t>‹#›</a:t>
            </a:fld>
            <a:endParaRPr lang="zh-CN" alt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a:ln/>
        </p:spPr>
        <p:txBody>
          <a:bodyPr/>
          <a:lstStyle>
            <a:lvl1pPr>
              <a:defRPr/>
            </a:lvl1pPr>
          </a:lstStyle>
          <a:p>
            <a:pPr>
              <a:defRPr/>
            </a:pPr>
            <a:fld id="{2873EAFC-9191-41CF-9892-89523BDD4BDB}" type="datetimeFigureOut">
              <a:rPr lang="zh-CN" altLang="en-US"/>
              <a:pPr>
                <a:defRPr/>
              </a:pPr>
              <a:t>2018/10/2</a:t>
            </a:fld>
            <a:endParaRPr lang="zh-CN" altLang="en-US"/>
          </a:p>
        </p:txBody>
      </p:sp>
      <p:sp>
        <p:nvSpPr>
          <p:cNvPr id="4"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a:ln/>
        </p:spPr>
        <p:txBody>
          <a:bodyPr/>
          <a:lstStyle>
            <a:lvl1pPr>
              <a:defRPr/>
            </a:lvl1pPr>
          </a:lstStyle>
          <a:p>
            <a:pPr>
              <a:defRPr/>
            </a:pPr>
            <a:fld id="{4E4A76A3-75A2-4E03-AC53-02D282852504}" type="slidenum">
              <a:rPr lang="zh-CN" altLang="en-US"/>
              <a:pPr>
                <a:defRPr/>
              </a:pPr>
              <a:t>‹#›</a:t>
            </a:fld>
            <a:endParaRPr lang="zh-CN" altLang="en-US"/>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ln/>
        </p:spPr>
        <p:txBody>
          <a:bodyPr/>
          <a:lstStyle>
            <a:lvl1pPr>
              <a:defRPr/>
            </a:lvl1pPr>
          </a:lstStyle>
          <a:p>
            <a:pPr>
              <a:defRPr/>
            </a:pPr>
            <a:fld id="{4FD1E831-94CF-421E-8210-938EA0824438}" type="datetimeFigureOut">
              <a:rPr lang="zh-CN" altLang="en-US"/>
              <a:pPr>
                <a:defRPr/>
              </a:pPr>
              <a:t>2018/10/2</a:t>
            </a:fld>
            <a:endParaRPr lang="zh-CN" altLang="en-US"/>
          </a:p>
        </p:txBody>
      </p:sp>
      <p:sp>
        <p:nvSpPr>
          <p:cNvPr id="3"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a:ln/>
        </p:spPr>
        <p:txBody>
          <a:bodyPr/>
          <a:lstStyle>
            <a:lvl1pPr>
              <a:defRPr/>
            </a:lvl1pPr>
          </a:lstStyle>
          <a:p>
            <a:pPr>
              <a:defRPr/>
            </a:pPr>
            <a:fld id="{78CA7ED0-6BDE-4C42-931C-00919ACFCC5B}" type="slidenum">
              <a:rPr lang="zh-CN" altLang="en-US"/>
              <a:pPr>
                <a:defRPr/>
              </a:pPr>
              <a:t>‹#›</a:t>
            </a:fld>
            <a:endParaRPr lang="zh-CN" altLang="en-US"/>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noChangeArrowheads="1"/>
          </p:cNvSpPr>
          <p:nvPr>
            <p:ph type="dt" sz="half" idx="10"/>
          </p:nvPr>
        </p:nvSpPr>
        <p:spPr>
          <a:ln/>
        </p:spPr>
        <p:txBody>
          <a:bodyPr/>
          <a:lstStyle>
            <a:lvl1pPr>
              <a:defRPr/>
            </a:lvl1pPr>
          </a:lstStyle>
          <a:p>
            <a:pPr>
              <a:defRPr/>
            </a:pPr>
            <a:fld id="{3AE91887-B58B-4ED6-A111-E886931243FC}" type="datetimeFigureOut">
              <a:rPr lang="zh-CN" altLang="en-US"/>
              <a:pPr>
                <a:defRPr/>
              </a:pPr>
              <a:t>2018/10/2</a:t>
            </a:fld>
            <a:endParaRPr lang="zh-CN" altLang="en-US"/>
          </a:p>
        </p:txBody>
      </p:sp>
      <p:sp>
        <p:nvSpPr>
          <p:cNvPr id="6"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pPr>
              <a:defRPr/>
            </a:pPr>
            <a:fld id="{C5B33B9B-F992-4CD3-900F-DBE62E19177D}" type="slidenum">
              <a:rPr lang="zh-CN" altLang="en-US"/>
              <a:pPr>
                <a:defRPr/>
              </a:pPr>
              <a:t>‹#›</a:t>
            </a:fld>
            <a:endParaRPr lang="zh-CN" alt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noChangeArrowheads="1"/>
          </p:cNvSpPr>
          <p:nvPr>
            <p:ph type="dt" sz="half" idx="10"/>
          </p:nvPr>
        </p:nvSpPr>
        <p:spPr>
          <a:ln/>
        </p:spPr>
        <p:txBody>
          <a:bodyPr/>
          <a:lstStyle>
            <a:lvl1pPr>
              <a:defRPr/>
            </a:lvl1pPr>
          </a:lstStyle>
          <a:p>
            <a:pPr>
              <a:defRPr/>
            </a:pPr>
            <a:fld id="{8235944C-7F3E-4379-A0D8-AE76C135B836}" type="datetimeFigureOut">
              <a:rPr lang="zh-CN" altLang="en-US"/>
              <a:pPr>
                <a:defRPr/>
              </a:pPr>
              <a:t>2018/10/2</a:t>
            </a:fld>
            <a:endParaRPr lang="zh-CN" altLang="en-US"/>
          </a:p>
        </p:txBody>
      </p:sp>
      <p:sp>
        <p:nvSpPr>
          <p:cNvPr id="6"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pPr>
              <a:defRPr/>
            </a:pPr>
            <a:fld id="{C76FFDE3-74D4-4E20-8596-1F9C37B94B4A}" type="slidenum">
              <a:rPr lang="zh-CN" altLang="en-US"/>
              <a:pPr>
                <a:defRPr/>
              </a:pPr>
              <a:t>‹#›</a:t>
            </a:fld>
            <a:endParaRPr lang="zh-CN" altLang="en-US"/>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noChangeArrowheads="1"/>
          </p:cNvSpPr>
          <p:nvPr>
            <p:ph type="dt" sz="half" idx="10"/>
          </p:nvPr>
        </p:nvSpPr>
        <p:spPr>
          <a:ln/>
        </p:spPr>
        <p:txBody>
          <a:bodyPr/>
          <a:lstStyle>
            <a:lvl1pPr>
              <a:defRPr/>
            </a:lvl1pPr>
          </a:lstStyle>
          <a:p>
            <a:pPr>
              <a:defRPr/>
            </a:pPr>
            <a:fld id="{FBC85E3D-606F-490A-BE57-3E57C7FBDBAE}" type="datetimeFigureOut">
              <a:rPr lang="zh-CN" altLang="en-US"/>
              <a:pPr>
                <a:defRPr/>
              </a:pPr>
              <a:t>2018/10/2</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pPr>
              <a:defRPr/>
            </a:pPr>
            <a:fld id="{86A385D2-3D9D-4443-90C9-2A1DDA72E1E1}" type="slidenum">
              <a:rPr lang="zh-CN" altLang="en-US"/>
              <a:pPr>
                <a:defRPr/>
              </a:pPr>
              <a:t>‹#›</a:t>
            </a:fld>
            <a:endParaRPr lang="zh-CN" altLang="en-US"/>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noChangeArrowheads="1"/>
          </p:cNvSpPr>
          <p:nvPr>
            <p:ph type="dt" sz="half" idx="10"/>
          </p:nvPr>
        </p:nvSpPr>
        <p:spPr>
          <a:ln/>
        </p:spPr>
        <p:txBody>
          <a:bodyPr/>
          <a:lstStyle>
            <a:lvl1pPr>
              <a:defRPr/>
            </a:lvl1pPr>
          </a:lstStyle>
          <a:p>
            <a:pPr>
              <a:defRPr/>
            </a:pPr>
            <a:fld id="{BF30EDF9-F598-47AE-B10F-4C76131919F2}" type="datetimeFigureOut">
              <a:rPr lang="zh-CN" altLang="en-US"/>
              <a:pPr>
                <a:defRPr/>
              </a:pPr>
              <a:t>2018/10/2</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pPr>
              <a:defRPr/>
            </a:pPr>
            <a:fld id="{1D655376-5468-4CC6-9976-7F6E354BABBC}" type="slidenum">
              <a:rPr lang="zh-CN" altLang="en-US"/>
              <a:pPr>
                <a:defRPr/>
              </a:pPr>
              <a:t>‹#›</a:t>
            </a:fld>
            <a:endParaRPr lang="zh-CN" alt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zh-CN" dirty="0" smtClean="0"/>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zh-CN" dirty="0" smtClean="0"/>
              <a:t>单击此处编辑母版文本样式</a:t>
            </a:r>
          </a:p>
          <a:p>
            <a:pPr lvl="1"/>
            <a:r>
              <a:rPr lang="zh-CN" altLang="zh-CN" dirty="0" smtClean="0"/>
              <a:t>第二级</a:t>
            </a:r>
          </a:p>
          <a:p>
            <a:pPr lvl="2"/>
            <a:r>
              <a:rPr lang="zh-CN" altLang="zh-CN" dirty="0" smtClean="0"/>
              <a:t>第三级</a:t>
            </a:r>
          </a:p>
          <a:p>
            <a:pPr lvl="3"/>
            <a:r>
              <a:rPr lang="zh-CN" altLang="zh-CN" dirty="0" smtClean="0"/>
              <a:t>第四级</a:t>
            </a:r>
          </a:p>
          <a:p>
            <a:pPr lvl="4"/>
            <a:r>
              <a:rPr lang="zh-CN" altLang="zh-CN" dirty="0" smtClean="0"/>
              <a:t>第五级</a:t>
            </a:r>
          </a:p>
        </p:txBody>
      </p:sp>
      <p:sp>
        <p:nvSpPr>
          <p:cNvPr id="1028" name="日期占位符 3"/>
          <p:cNvSpPr>
            <a:spLocks noGrp="1" noChangeArrowheads="1"/>
          </p:cNvSpPr>
          <p:nvPr>
            <p:ph type="dt" sz="half" idx="2"/>
          </p:nvPr>
        </p:nvSpPr>
        <p:spPr bwMode="auto">
          <a:xfrm>
            <a:off x="838200" y="6356350"/>
            <a:ext cx="2743200" cy="365125"/>
          </a:xfrm>
          <a:prstGeom prst="rect">
            <a:avLst/>
          </a:prstGeom>
          <a:noFill/>
          <a:ln>
            <a:noFill/>
          </a:ln>
          <a:extLst/>
        </p:spPr>
        <p:txBody>
          <a:bodyPr vert="horz" wrap="square" lIns="91440" tIns="45720" rIns="91440" bIns="45720" numCol="1" anchor="ctr" anchorCtr="0" compatLnSpc="1">
            <a:prstTxWarp prst="textNoShape">
              <a:avLst/>
            </a:prstTxWarp>
          </a:bodyPr>
          <a:lstStyle>
            <a:lvl1pPr eaLnBrk="1" hangingPunct="1">
              <a:defRPr sz="1200">
                <a:solidFill>
                  <a:srgbClr val="898989"/>
                </a:solidFill>
                <a:ea typeface="微软雅黑" panose="020B0503020204020204" pitchFamily="34" charset="-122"/>
              </a:defRPr>
            </a:lvl1pPr>
          </a:lstStyle>
          <a:p>
            <a:pPr>
              <a:defRPr/>
            </a:pPr>
            <a:fld id="{AFD6CAAA-3269-4964-9838-D6029E586F9C}" type="datetimeFigureOut">
              <a:rPr lang="zh-CN" altLang="en-US" smtClean="0"/>
              <a:pPr>
                <a:defRPr/>
              </a:pPr>
              <a:t>2018/10/2</a:t>
            </a:fld>
            <a:endParaRPr lang="zh-CN" altLang="en-US" dirty="0"/>
          </a:p>
        </p:txBody>
      </p:sp>
      <p:sp>
        <p:nvSpPr>
          <p:cNvPr id="1029" name="页脚占位符 4"/>
          <p:cNvSpPr>
            <a:spLocks noGrp="1" noChangeArrowheads="1"/>
          </p:cNvSpPr>
          <p:nvPr>
            <p:ph type="ftr" sz="quarter" idx="3"/>
          </p:nvPr>
        </p:nvSpPr>
        <p:spPr bwMode="auto">
          <a:xfrm>
            <a:off x="4038600" y="6356350"/>
            <a:ext cx="4114800" cy="365125"/>
          </a:xfrm>
          <a:prstGeom prst="rect">
            <a:avLst/>
          </a:prstGeom>
          <a:noFill/>
          <a:ln>
            <a:noFill/>
          </a:ln>
          <a:extLst/>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ea typeface="微软雅黑" panose="020B0503020204020204" pitchFamily="34" charset="-122"/>
              </a:defRPr>
            </a:lvl1pPr>
          </a:lstStyle>
          <a:p>
            <a:pPr>
              <a:defRPr/>
            </a:pPr>
            <a:endParaRPr lang="zh-CN" altLang="en-US" dirty="0"/>
          </a:p>
        </p:txBody>
      </p:sp>
      <p:sp>
        <p:nvSpPr>
          <p:cNvPr id="1030" name="灯片编号占位符 5"/>
          <p:cNvSpPr>
            <a:spLocks noGrp="1" noChangeArrowheads="1"/>
          </p:cNvSpPr>
          <p:nvPr>
            <p:ph type="sldNum" sz="quarter" idx="4"/>
          </p:nvPr>
        </p:nvSpPr>
        <p:spPr bwMode="auto">
          <a:xfrm>
            <a:off x="8610600" y="6356350"/>
            <a:ext cx="2743200" cy="365125"/>
          </a:xfrm>
          <a:prstGeom prst="rect">
            <a:avLst/>
          </a:prstGeom>
          <a:noFill/>
          <a:ln>
            <a:noFill/>
          </a:ln>
          <a:extLst/>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ea typeface="微软雅黑" panose="020B0503020204020204" pitchFamily="34" charset="-122"/>
              </a:defRPr>
            </a:lvl1pPr>
          </a:lstStyle>
          <a:p>
            <a:pPr>
              <a:defRPr/>
            </a:pPr>
            <a:fld id="{4C7DC590-257D-4952-BD64-91872E7F67DA}" type="slidenum">
              <a:rPr lang="zh-CN" altLang="en-US" smtClean="0"/>
              <a:pPr>
                <a:defRPr/>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l" rtl="0" eaLnBrk="0" fontAlgn="base" hangingPunct="0">
        <a:lnSpc>
          <a:spcPct val="90000"/>
        </a:lnSpc>
        <a:spcBef>
          <a:spcPct val="0"/>
        </a:spcBef>
        <a:spcAft>
          <a:spcPct val="0"/>
        </a:spcAft>
        <a:defRPr sz="4400">
          <a:solidFill>
            <a:schemeClr val="tx1"/>
          </a:solidFill>
          <a:latin typeface="+mj-lt"/>
          <a:ea typeface="微软雅黑" panose="020B0503020204020204" pitchFamily="34" charset="-122"/>
          <a:cs typeface="+mj-cs"/>
        </a:defRPr>
      </a:lvl1pPr>
      <a:lvl2pPr algn="l" rtl="0" eaLnBrk="0" fontAlgn="base" hangingPunct="0">
        <a:lnSpc>
          <a:spcPct val="90000"/>
        </a:lnSpc>
        <a:spcBef>
          <a:spcPct val="0"/>
        </a:spcBef>
        <a:spcAft>
          <a:spcPct val="0"/>
        </a:spcAft>
        <a:defRPr sz="4400">
          <a:solidFill>
            <a:schemeClr val="tx1"/>
          </a:solidFill>
          <a:latin typeface="Calibri Light" pitchFamily="2"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2"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2"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2"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2"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2"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2"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2"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itchFamily="34" charset="0"/>
        <a:buChar char="•"/>
        <a:defRPr sz="2800">
          <a:solidFill>
            <a:schemeClr val="tx1"/>
          </a:solidFill>
          <a:latin typeface="+mn-lt"/>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itchFamily="34" charset="0"/>
        <a:buChar char="•"/>
        <a:defRPr sz="2400">
          <a:solidFill>
            <a:schemeClr val="tx1"/>
          </a:solidFill>
          <a:latin typeface="+mn-lt"/>
          <a:ea typeface="微软雅黑" panose="020B0503020204020204" pitchFamily="34" charset="-122"/>
        </a:defRPr>
      </a:lvl2pPr>
      <a:lvl3pPr marL="1143000" indent="-228600" algn="l" rtl="0" eaLnBrk="0" fontAlgn="base" hangingPunct="0">
        <a:lnSpc>
          <a:spcPct val="90000"/>
        </a:lnSpc>
        <a:spcBef>
          <a:spcPts val="500"/>
        </a:spcBef>
        <a:spcAft>
          <a:spcPct val="0"/>
        </a:spcAft>
        <a:buFont typeface="Arial" pitchFamily="34" charset="0"/>
        <a:buChar char="•"/>
        <a:defRPr sz="2000">
          <a:solidFill>
            <a:schemeClr val="tx1"/>
          </a:solidFill>
          <a:latin typeface="+mn-lt"/>
          <a:ea typeface="微软雅黑" panose="020B0503020204020204" pitchFamily="34" charset="-122"/>
        </a:defRPr>
      </a:lvl3pPr>
      <a:lvl4pPr marL="1600200" indent="-228600" algn="l" rtl="0" eaLnBrk="0" fontAlgn="base" hangingPunct="0">
        <a:lnSpc>
          <a:spcPct val="90000"/>
        </a:lnSpc>
        <a:spcBef>
          <a:spcPts val="500"/>
        </a:spcBef>
        <a:spcAft>
          <a:spcPct val="0"/>
        </a:spcAft>
        <a:buFont typeface="Arial" pitchFamily="34" charset="0"/>
        <a:buChar char="•"/>
        <a:defRPr sz="2000">
          <a:solidFill>
            <a:schemeClr val="tx1"/>
          </a:solidFill>
          <a:latin typeface="+mn-lt"/>
          <a:ea typeface="微软雅黑" panose="020B0503020204020204" pitchFamily="34" charset="-122"/>
        </a:defRPr>
      </a:lvl4pPr>
      <a:lvl5pPr marL="2057400" indent="-228600" algn="l" rtl="0" eaLnBrk="0" fontAlgn="base" hangingPunct="0">
        <a:lnSpc>
          <a:spcPct val="90000"/>
        </a:lnSpc>
        <a:spcBef>
          <a:spcPts val="500"/>
        </a:spcBef>
        <a:spcAft>
          <a:spcPct val="0"/>
        </a:spcAft>
        <a:buFont typeface="Arial" pitchFamily="34" charset="0"/>
        <a:buChar char="•"/>
        <a:defRPr sz="2000">
          <a:solidFill>
            <a:schemeClr val="tx1"/>
          </a:solidFill>
          <a:latin typeface="+mn-lt"/>
          <a:ea typeface="微软雅黑" panose="020B0503020204020204" pitchFamily="34" charset="-122"/>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10.xml"/><Relationship Id="rId5" Type="http://schemas.openxmlformats.org/officeDocument/2006/relationships/slide" Target="slide9.xml"/><Relationship Id="rId4" Type="http://schemas.openxmlformats.org/officeDocument/2006/relationships/slide" Target="slide4.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4.jpg"/><Relationship Id="rId1" Type="http://schemas.openxmlformats.org/officeDocument/2006/relationships/slideLayout" Target="../slideLayouts/slideLayout7.xml"/><Relationship Id="rId4" Type="http://schemas.openxmlformats.org/officeDocument/2006/relationships/slide" Target="slide2.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图片 75"/>
          <p:cNvPicPr>
            <a:picLocks noChangeAspect="1" noChangeArrowheads="1"/>
          </p:cNvPicPr>
          <p:nvPr/>
        </p:nvPicPr>
        <p:blipFill>
          <a:blip r:embed="rId3" cstate="email"/>
          <a:srcRect/>
          <a:stretch>
            <a:fillRect/>
          </a:stretch>
        </p:blipFill>
        <p:spPr bwMode="auto">
          <a:xfrm>
            <a:off x="-15844" y="0"/>
            <a:ext cx="12192000" cy="6883400"/>
          </a:xfrm>
          <a:prstGeom prst="rect">
            <a:avLst/>
          </a:prstGeom>
          <a:noFill/>
          <a:ln w="9525">
            <a:noFill/>
            <a:miter lim="800000"/>
            <a:headEnd/>
            <a:tailEnd/>
          </a:ln>
        </p:spPr>
      </p:pic>
      <p:pic>
        <p:nvPicPr>
          <p:cNvPr id="3075" name="组合 1"/>
          <p:cNvPicPr>
            <a:picLocks noChangeArrowheads="1"/>
          </p:cNvPicPr>
          <p:nvPr/>
        </p:nvPicPr>
        <p:blipFill>
          <a:blip r:embed="rId4"/>
          <a:srcRect/>
          <a:stretch>
            <a:fillRect/>
          </a:stretch>
        </p:blipFill>
        <p:spPr bwMode="auto">
          <a:xfrm>
            <a:off x="3157538" y="493713"/>
            <a:ext cx="5876925" cy="5870575"/>
          </a:xfrm>
          <a:prstGeom prst="rect">
            <a:avLst/>
          </a:prstGeom>
          <a:noFill/>
          <a:ln w="9525">
            <a:noFill/>
            <a:miter lim="800000"/>
            <a:headEnd/>
            <a:tailEnd/>
          </a:ln>
        </p:spPr>
      </p:pic>
      <p:cxnSp>
        <p:nvCxnSpPr>
          <p:cNvPr id="3076" name="直接连接符 16"/>
          <p:cNvCxnSpPr>
            <a:cxnSpLocks noChangeShapeType="1"/>
          </p:cNvCxnSpPr>
          <p:nvPr/>
        </p:nvCxnSpPr>
        <p:spPr bwMode="auto">
          <a:xfrm flipV="1">
            <a:off x="4833938" y="579438"/>
            <a:ext cx="1285875" cy="323850"/>
          </a:xfrm>
          <a:prstGeom prst="line">
            <a:avLst/>
          </a:prstGeom>
          <a:noFill/>
          <a:ln w="6350" cap="rnd">
            <a:solidFill>
              <a:schemeClr val="bg1"/>
            </a:solidFill>
            <a:round/>
            <a:headEnd type="oval" w="med" len="med"/>
            <a:tailEnd type="oval" w="med" len="med"/>
          </a:ln>
        </p:spPr>
      </p:cxnSp>
      <p:cxnSp>
        <p:nvCxnSpPr>
          <p:cNvPr id="3077" name="直接连接符 17"/>
          <p:cNvCxnSpPr>
            <a:cxnSpLocks noChangeShapeType="1"/>
          </p:cNvCxnSpPr>
          <p:nvPr/>
        </p:nvCxnSpPr>
        <p:spPr bwMode="auto">
          <a:xfrm>
            <a:off x="6119813" y="579438"/>
            <a:ext cx="1389062" cy="323850"/>
          </a:xfrm>
          <a:prstGeom prst="line">
            <a:avLst/>
          </a:prstGeom>
          <a:noFill/>
          <a:ln w="6350" cap="rnd">
            <a:solidFill>
              <a:schemeClr val="bg1"/>
            </a:solidFill>
            <a:round/>
            <a:headEnd type="oval" w="med" len="med"/>
            <a:tailEnd type="oval" w="med" len="med"/>
          </a:ln>
        </p:spPr>
      </p:cxnSp>
      <p:cxnSp>
        <p:nvCxnSpPr>
          <p:cNvPr id="3078" name="直接连接符 18"/>
          <p:cNvCxnSpPr>
            <a:cxnSpLocks noChangeShapeType="1"/>
          </p:cNvCxnSpPr>
          <p:nvPr/>
        </p:nvCxnSpPr>
        <p:spPr bwMode="auto">
          <a:xfrm>
            <a:off x="7508875" y="903288"/>
            <a:ext cx="990600" cy="909637"/>
          </a:xfrm>
          <a:prstGeom prst="line">
            <a:avLst/>
          </a:prstGeom>
          <a:noFill/>
          <a:ln w="6350" cap="rnd">
            <a:solidFill>
              <a:schemeClr val="bg1"/>
            </a:solidFill>
            <a:round/>
            <a:headEnd type="oval" w="med" len="med"/>
            <a:tailEnd type="oval" w="med" len="med"/>
          </a:ln>
        </p:spPr>
      </p:cxnSp>
      <p:cxnSp>
        <p:nvCxnSpPr>
          <p:cNvPr id="3079" name="直接连接符 19"/>
          <p:cNvCxnSpPr>
            <a:cxnSpLocks noChangeShapeType="1"/>
          </p:cNvCxnSpPr>
          <p:nvPr/>
        </p:nvCxnSpPr>
        <p:spPr bwMode="auto">
          <a:xfrm>
            <a:off x="8499475" y="1812925"/>
            <a:ext cx="500063" cy="1303338"/>
          </a:xfrm>
          <a:prstGeom prst="line">
            <a:avLst/>
          </a:prstGeom>
          <a:noFill/>
          <a:ln w="6350" cap="rnd">
            <a:solidFill>
              <a:schemeClr val="bg1"/>
            </a:solidFill>
            <a:round/>
            <a:headEnd type="oval" w="med" len="med"/>
            <a:tailEnd type="oval" w="med" len="med"/>
          </a:ln>
        </p:spPr>
      </p:cxnSp>
      <p:cxnSp>
        <p:nvCxnSpPr>
          <p:cNvPr id="3080" name="直接连接符 20"/>
          <p:cNvCxnSpPr>
            <a:cxnSpLocks noChangeShapeType="1"/>
          </p:cNvCxnSpPr>
          <p:nvPr/>
        </p:nvCxnSpPr>
        <p:spPr bwMode="auto">
          <a:xfrm flipV="1">
            <a:off x="3789363" y="903288"/>
            <a:ext cx="1052512" cy="909637"/>
          </a:xfrm>
          <a:prstGeom prst="line">
            <a:avLst/>
          </a:prstGeom>
          <a:noFill/>
          <a:ln w="6350" cap="rnd">
            <a:solidFill>
              <a:schemeClr val="bg1"/>
            </a:solidFill>
            <a:round/>
            <a:headEnd type="oval" w="med" len="med"/>
            <a:tailEnd type="oval" w="med" len="med"/>
          </a:ln>
        </p:spPr>
      </p:cxnSp>
      <p:cxnSp>
        <p:nvCxnSpPr>
          <p:cNvPr id="3081" name="直接连接符 21"/>
          <p:cNvCxnSpPr>
            <a:cxnSpLocks noChangeShapeType="1"/>
          </p:cNvCxnSpPr>
          <p:nvPr/>
        </p:nvCxnSpPr>
        <p:spPr bwMode="auto">
          <a:xfrm flipV="1">
            <a:off x="3317875" y="1812925"/>
            <a:ext cx="471488" cy="1270000"/>
          </a:xfrm>
          <a:prstGeom prst="line">
            <a:avLst/>
          </a:prstGeom>
          <a:noFill/>
          <a:ln w="6350" cap="rnd">
            <a:solidFill>
              <a:schemeClr val="bg1"/>
            </a:solidFill>
            <a:round/>
            <a:headEnd type="oval" w="med" len="med"/>
            <a:tailEnd type="oval" w="med" len="med"/>
          </a:ln>
        </p:spPr>
      </p:cxnSp>
      <p:cxnSp>
        <p:nvCxnSpPr>
          <p:cNvPr id="3082" name="直接连接符 22"/>
          <p:cNvCxnSpPr>
            <a:cxnSpLocks noChangeShapeType="1"/>
          </p:cNvCxnSpPr>
          <p:nvPr/>
        </p:nvCxnSpPr>
        <p:spPr bwMode="auto">
          <a:xfrm flipH="1" flipV="1">
            <a:off x="3317875" y="3082925"/>
            <a:ext cx="165100" cy="1370013"/>
          </a:xfrm>
          <a:prstGeom prst="line">
            <a:avLst/>
          </a:prstGeom>
          <a:noFill/>
          <a:ln w="6350" cap="rnd">
            <a:solidFill>
              <a:schemeClr val="bg1"/>
            </a:solidFill>
            <a:round/>
            <a:headEnd type="oval" w="med" len="med"/>
            <a:tailEnd type="oval" w="med" len="med"/>
          </a:ln>
        </p:spPr>
      </p:cxnSp>
      <p:cxnSp>
        <p:nvCxnSpPr>
          <p:cNvPr id="3083" name="直接连接符 23"/>
          <p:cNvCxnSpPr>
            <a:cxnSpLocks noChangeShapeType="1"/>
          </p:cNvCxnSpPr>
          <p:nvPr/>
        </p:nvCxnSpPr>
        <p:spPr bwMode="auto">
          <a:xfrm flipH="1" flipV="1">
            <a:off x="3482975" y="4468813"/>
            <a:ext cx="777875" cy="1114425"/>
          </a:xfrm>
          <a:prstGeom prst="line">
            <a:avLst/>
          </a:prstGeom>
          <a:noFill/>
          <a:ln w="6350" cap="rnd">
            <a:solidFill>
              <a:schemeClr val="bg1"/>
            </a:solidFill>
            <a:round/>
            <a:headEnd type="oval" w="med" len="med"/>
            <a:tailEnd type="oval" w="med" len="med"/>
          </a:ln>
        </p:spPr>
      </p:cxnSp>
      <p:cxnSp>
        <p:nvCxnSpPr>
          <p:cNvPr id="3084" name="直接连接符 24"/>
          <p:cNvCxnSpPr>
            <a:cxnSpLocks noChangeShapeType="1"/>
          </p:cNvCxnSpPr>
          <p:nvPr/>
        </p:nvCxnSpPr>
        <p:spPr bwMode="auto">
          <a:xfrm flipV="1">
            <a:off x="8812213" y="3108325"/>
            <a:ext cx="179387" cy="1322388"/>
          </a:xfrm>
          <a:prstGeom prst="line">
            <a:avLst/>
          </a:prstGeom>
          <a:noFill/>
          <a:ln w="6350" cap="rnd">
            <a:solidFill>
              <a:schemeClr val="bg1"/>
            </a:solidFill>
            <a:round/>
            <a:headEnd type="oval" w="med" len="med"/>
            <a:tailEnd type="oval" w="med" len="med"/>
          </a:ln>
        </p:spPr>
      </p:cxnSp>
      <p:cxnSp>
        <p:nvCxnSpPr>
          <p:cNvPr id="3085" name="直接连接符 25"/>
          <p:cNvCxnSpPr>
            <a:cxnSpLocks noChangeShapeType="1"/>
          </p:cNvCxnSpPr>
          <p:nvPr/>
        </p:nvCxnSpPr>
        <p:spPr bwMode="auto">
          <a:xfrm flipV="1">
            <a:off x="8032750" y="4430713"/>
            <a:ext cx="779463" cy="1143000"/>
          </a:xfrm>
          <a:prstGeom prst="line">
            <a:avLst/>
          </a:prstGeom>
          <a:noFill/>
          <a:ln w="6350" cap="rnd">
            <a:solidFill>
              <a:schemeClr val="bg1"/>
            </a:solidFill>
            <a:round/>
            <a:headEnd type="oval" w="med" len="med"/>
            <a:tailEnd type="oval" w="med" len="med"/>
          </a:ln>
        </p:spPr>
      </p:cxnSp>
      <p:cxnSp>
        <p:nvCxnSpPr>
          <p:cNvPr id="3086" name="直接连接符 26"/>
          <p:cNvCxnSpPr>
            <a:cxnSpLocks noChangeShapeType="1"/>
          </p:cNvCxnSpPr>
          <p:nvPr/>
        </p:nvCxnSpPr>
        <p:spPr bwMode="auto">
          <a:xfrm flipH="1" flipV="1">
            <a:off x="4260850" y="5583238"/>
            <a:ext cx="1216025" cy="622300"/>
          </a:xfrm>
          <a:prstGeom prst="line">
            <a:avLst/>
          </a:prstGeom>
          <a:noFill/>
          <a:ln w="6350" cap="rnd">
            <a:solidFill>
              <a:schemeClr val="bg1"/>
            </a:solidFill>
            <a:round/>
            <a:headEnd type="oval" w="med" len="med"/>
            <a:tailEnd type="oval" w="med" len="med"/>
          </a:ln>
        </p:spPr>
      </p:cxnSp>
      <p:cxnSp>
        <p:nvCxnSpPr>
          <p:cNvPr id="3087" name="直接连接符 27"/>
          <p:cNvCxnSpPr>
            <a:cxnSpLocks noChangeShapeType="1"/>
          </p:cNvCxnSpPr>
          <p:nvPr/>
        </p:nvCxnSpPr>
        <p:spPr bwMode="auto">
          <a:xfrm flipH="1">
            <a:off x="6813550" y="5573713"/>
            <a:ext cx="1219200" cy="660400"/>
          </a:xfrm>
          <a:prstGeom prst="line">
            <a:avLst/>
          </a:prstGeom>
          <a:noFill/>
          <a:ln w="6350" cap="rnd">
            <a:solidFill>
              <a:schemeClr val="bg1"/>
            </a:solidFill>
            <a:round/>
            <a:headEnd type="oval" w="med" len="med"/>
            <a:tailEnd type="oval" w="med" len="med"/>
          </a:ln>
        </p:spPr>
      </p:cxnSp>
      <p:cxnSp>
        <p:nvCxnSpPr>
          <p:cNvPr id="3088" name="直接连接符 28"/>
          <p:cNvCxnSpPr>
            <a:cxnSpLocks noChangeShapeType="1"/>
          </p:cNvCxnSpPr>
          <p:nvPr/>
        </p:nvCxnSpPr>
        <p:spPr bwMode="auto">
          <a:xfrm flipH="1" flipV="1">
            <a:off x="5472113" y="6205538"/>
            <a:ext cx="1341437" cy="28575"/>
          </a:xfrm>
          <a:prstGeom prst="line">
            <a:avLst/>
          </a:prstGeom>
          <a:noFill/>
          <a:ln w="6350" cap="rnd">
            <a:solidFill>
              <a:schemeClr val="bg1"/>
            </a:solidFill>
            <a:round/>
            <a:headEnd type="oval" w="med" len="med"/>
            <a:tailEnd type="oval" w="med" len="med"/>
          </a:ln>
        </p:spPr>
      </p:cxnSp>
      <p:cxnSp>
        <p:nvCxnSpPr>
          <p:cNvPr id="3089" name="直接连接符 29"/>
          <p:cNvCxnSpPr>
            <a:cxnSpLocks noChangeShapeType="1"/>
          </p:cNvCxnSpPr>
          <p:nvPr/>
        </p:nvCxnSpPr>
        <p:spPr bwMode="auto">
          <a:xfrm>
            <a:off x="4833938" y="903288"/>
            <a:ext cx="368300" cy="660400"/>
          </a:xfrm>
          <a:prstGeom prst="line">
            <a:avLst/>
          </a:prstGeom>
          <a:noFill/>
          <a:ln w="6350" cap="rnd">
            <a:solidFill>
              <a:schemeClr val="bg1"/>
            </a:solidFill>
            <a:round/>
            <a:headEnd type="oval" w="med" len="med"/>
            <a:tailEnd type="oval" w="med" len="med"/>
          </a:ln>
        </p:spPr>
      </p:cxnSp>
      <p:cxnSp>
        <p:nvCxnSpPr>
          <p:cNvPr id="3090" name="直接连接符 30"/>
          <p:cNvCxnSpPr>
            <a:cxnSpLocks noChangeShapeType="1"/>
          </p:cNvCxnSpPr>
          <p:nvPr/>
        </p:nvCxnSpPr>
        <p:spPr bwMode="auto">
          <a:xfrm>
            <a:off x="4833938" y="903288"/>
            <a:ext cx="1546225" cy="0"/>
          </a:xfrm>
          <a:prstGeom prst="line">
            <a:avLst/>
          </a:prstGeom>
          <a:noFill/>
          <a:ln w="6350" cap="rnd">
            <a:solidFill>
              <a:schemeClr val="bg1"/>
            </a:solidFill>
            <a:round/>
            <a:headEnd type="oval" w="med" len="med"/>
            <a:tailEnd type="oval" w="med" len="med"/>
          </a:ln>
        </p:spPr>
      </p:cxnSp>
      <p:cxnSp>
        <p:nvCxnSpPr>
          <p:cNvPr id="3091" name="直接连接符 31"/>
          <p:cNvCxnSpPr>
            <a:cxnSpLocks noChangeShapeType="1"/>
          </p:cNvCxnSpPr>
          <p:nvPr/>
        </p:nvCxnSpPr>
        <p:spPr bwMode="auto">
          <a:xfrm>
            <a:off x="6119813" y="579438"/>
            <a:ext cx="260350" cy="323850"/>
          </a:xfrm>
          <a:prstGeom prst="line">
            <a:avLst/>
          </a:prstGeom>
          <a:noFill/>
          <a:ln w="6350" cap="rnd">
            <a:solidFill>
              <a:schemeClr val="bg1"/>
            </a:solidFill>
            <a:round/>
            <a:headEnd type="oval" w="med" len="med"/>
            <a:tailEnd type="oval" w="med" len="med"/>
          </a:ln>
        </p:spPr>
      </p:cxnSp>
      <p:cxnSp>
        <p:nvCxnSpPr>
          <p:cNvPr id="3092" name="直接连接符 32"/>
          <p:cNvCxnSpPr>
            <a:cxnSpLocks noChangeShapeType="1"/>
          </p:cNvCxnSpPr>
          <p:nvPr/>
        </p:nvCxnSpPr>
        <p:spPr bwMode="auto">
          <a:xfrm>
            <a:off x="6380163" y="903288"/>
            <a:ext cx="1128712" cy="0"/>
          </a:xfrm>
          <a:prstGeom prst="line">
            <a:avLst/>
          </a:prstGeom>
          <a:noFill/>
          <a:ln w="6350" cap="rnd">
            <a:solidFill>
              <a:schemeClr val="bg1"/>
            </a:solidFill>
            <a:round/>
            <a:headEnd type="oval" w="med" len="med"/>
            <a:tailEnd type="oval" w="med" len="med"/>
          </a:ln>
        </p:spPr>
      </p:cxnSp>
      <p:cxnSp>
        <p:nvCxnSpPr>
          <p:cNvPr id="3093" name="直接连接符 33"/>
          <p:cNvCxnSpPr>
            <a:cxnSpLocks noChangeShapeType="1"/>
          </p:cNvCxnSpPr>
          <p:nvPr/>
        </p:nvCxnSpPr>
        <p:spPr bwMode="auto">
          <a:xfrm>
            <a:off x="7508875" y="903288"/>
            <a:ext cx="603250" cy="930275"/>
          </a:xfrm>
          <a:prstGeom prst="line">
            <a:avLst/>
          </a:prstGeom>
          <a:noFill/>
          <a:ln w="6350" cap="rnd">
            <a:solidFill>
              <a:schemeClr val="bg1"/>
            </a:solidFill>
            <a:round/>
            <a:headEnd type="oval" w="med" len="med"/>
            <a:tailEnd type="oval" w="med" len="med"/>
          </a:ln>
        </p:spPr>
      </p:cxnSp>
      <p:cxnSp>
        <p:nvCxnSpPr>
          <p:cNvPr id="3094" name="直接连接符 34"/>
          <p:cNvCxnSpPr>
            <a:cxnSpLocks noChangeShapeType="1"/>
          </p:cNvCxnSpPr>
          <p:nvPr/>
        </p:nvCxnSpPr>
        <p:spPr bwMode="auto">
          <a:xfrm flipV="1">
            <a:off x="8112125" y="1812925"/>
            <a:ext cx="387350" cy="23813"/>
          </a:xfrm>
          <a:prstGeom prst="line">
            <a:avLst/>
          </a:prstGeom>
          <a:noFill/>
          <a:ln w="6350" cap="rnd">
            <a:solidFill>
              <a:schemeClr val="bg1"/>
            </a:solidFill>
            <a:round/>
            <a:headEnd/>
            <a:tailEnd type="oval" w="med" len="med"/>
          </a:ln>
        </p:spPr>
      </p:cxnSp>
      <p:cxnSp>
        <p:nvCxnSpPr>
          <p:cNvPr id="3095" name="直接连接符 35"/>
          <p:cNvCxnSpPr>
            <a:cxnSpLocks noChangeShapeType="1"/>
          </p:cNvCxnSpPr>
          <p:nvPr/>
        </p:nvCxnSpPr>
        <p:spPr bwMode="auto">
          <a:xfrm flipV="1">
            <a:off x="3817938" y="903288"/>
            <a:ext cx="1016000" cy="1522412"/>
          </a:xfrm>
          <a:prstGeom prst="line">
            <a:avLst/>
          </a:prstGeom>
          <a:noFill/>
          <a:ln w="6350" cap="rnd">
            <a:solidFill>
              <a:schemeClr val="bg1"/>
            </a:solidFill>
            <a:round/>
            <a:headEnd/>
            <a:tailEnd type="oval" w="med" len="med"/>
          </a:ln>
        </p:spPr>
      </p:cxnSp>
      <p:cxnSp>
        <p:nvCxnSpPr>
          <p:cNvPr id="3096" name="直接连接符 36"/>
          <p:cNvCxnSpPr>
            <a:cxnSpLocks noChangeShapeType="1"/>
          </p:cNvCxnSpPr>
          <p:nvPr/>
        </p:nvCxnSpPr>
        <p:spPr bwMode="auto">
          <a:xfrm flipH="1">
            <a:off x="3317875" y="2387600"/>
            <a:ext cx="525463" cy="706438"/>
          </a:xfrm>
          <a:prstGeom prst="line">
            <a:avLst/>
          </a:prstGeom>
          <a:noFill/>
          <a:ln w="6350" cap="rnd">
            <a:solidFill>
              <a:schemeClr val="bg1"/>
            </a:solidFill>
            <a:round/>
            <a:headEnd/>
            <a:tailEnd type="oval" w="med" len="med"/>
          </a:ln>
        </p:spPr>
      </p:cxnSp>
      <p:cxnSp>
        <p:nvCxnSpPr>
          <p:cNvPr id="3097" name="直接连接符 37"/>
          <p:cNvCxnSpPr>
            <a:cxnSpLocks noChangeShapeType="1"/>
          </p:cNvCxnSpPr>
          <p:nvPr/>
        </p:nvCxnSpPr>
        <p:spPr bwMode="auto">
          <a:xfrm flipH="1" flipV="1">
            <a:off x="8108950" y="1825625"/>
            <a:ext cx="890588" cy="1290638"/>
          </a:xfrm>
          <a:prstGeom prst="line">
            <a:avLst/>
          </a:prstGeom>
          <a:noFill/>
          <a:ln w="6350" cap="rnd">
            <a:solidFill>
              <a:schemeClr val="bg1"/>
            </a:solidFill>
            <a:round/>
            <a:headEnd type="oval" w="med" len="med"/>
            <a:tailEnd type="oval" w="med" len="med"/>
          </a:ln>
        </p:spPr>
      </p:cxnSp>
      <p:cxnSp>
        <p:nvCxnSpPr>
          <p:cNvPr id="3098" name="直接连接符 38"/>
          <p:cNvCxnSpPr>
            <a:cxnSpLocks noChangeShapeType="1"/>
          </p:cNvCxnSpPr>
          <p:nvPr/>
        </p:nvCxnSpPr>
        <p:spPr bwMode="auto">
          <a:xfrm flipH="1" flipV="1">
            <a:off x="3789363" y="1812925"/>
            <a:ext cx="111125" cy="2508250"/>
          </a:xfrm>
          <a:prstGeom prst="line">
            <a:avLst/>
          </a:prstGeom>
          <a:noFill/>
          <a:ln w="6350" cap="rnd">
            <a:solidFill>
              <a:schemeClr val="bg1"/>
            </a:solidFill>
            <a:round/>
            <a:headEnd type="oval" w="med" len="med"/>
            <a:tailEnd type="oval" w="med" len="med"/>
          </a:ln>
        </p:spPr>
      </p:cxnSp>
      <p:cxnSp>
        <p:nvCxnSpPr>
          <p:cNvPr id="3099" name="直接连接符 39"/>
          <p:cNvCxnSpPr>
            <a:cxnSpLocks noChangeShapeType="1"/>
          </p:cNvCxnSpPr>
          <p:nvPr/>
        </p:nvCxnSpPr>
        <p:spPr bwMode="auto">
          <a:xfrm flipH="1" flipV="1">
            <a:off x="3317875" y="3082925"/>
            <a:ext cx="582613" cy="1238250"/>
          </a:xfrm>
          <a:prstGeom prst="line">
            <a:avLst/>
          </a:prstGeom>
          <a:noFill/>
          <a:ln w="6350" cap="rnd">
            <a:solidFill>
              <a:schemeClr val="bg1"/>
            </a:solidFill>
            <a:round/>
            <a:headEnd type="oval" w="med" len="med"/>
            <a:tailEnd type="oval" w="med" len="med"/>
          </a:ln>
        </p:spPr>
      </p:cxnSp>
      <p:cxnSp>
        <p:nvCxnSpPr>
          <p:cNvPr id="3100" name="直接连接符 40"/>
          <p:cNvCxnSpPr>
            <a:cxnSpLocks noChangeShapeType="1"/>
          </p:cNvCxnSpPr>
          <p:nvPr/>
        </p:nvCxnSpPr>
        <p:spPr bwMode="auto">
          <a:xfrm flipH="1">
            <a:off x="3490913" y="4321175"/>
            <a:ext cx="409575" cy="141288"/>
          </a:xfrm>
          <a:prstGeom prst="line">
            <a:avLst/>
          </a:prstGeom>
          <a:noFill/>
          <a:ln w="6350" cap="rnd">
            <a:solidFill>
              <a:schemeClr val="bg1"/>
            </a:solidFill>
            <a:round/>
            <a:headEnd/>
            <a:tailEnd type="oval" w="med" len="med"/>
          </a:ln>
        </p:spPr>
      </p:cxnSp>
      <p:cxnSp>
        <p:nvCxnSpPr>
          <p:cNvPr id="3101" name="直接连接符 41"/>
          <p:cNvCxnSpPr>
            <a:cxnSpLocks noChangeShapeType="1"/>
          </p:cNvCxnSpPr>
          <p:nvPr/>
        </p:nvCxnSpPr>
        <p:spPr bwMode="auto">
          <a:xfrm flipH="1">
            <a:off x="4260850" y="5021263"/>
            <a:ext cx="941388" cy="552450"/>
          </a:xfrm>
          <a:prstGeom prst="line">
            <a:avLst/>
          </a:prstGeom>
          <a:noFill/>
          <a:ln w="6350" cap="rnd">
            <a:solidFill>
              <a:schemeClr val="bg1"/>
            </a:solidFill>
            <a:round/>
            <a:headEnd type="oval" w="med" len="med"/>
            <a:tailEnd type="oval" w="med" len="med"/>
          </a:ln>
        </p:spPr>
      </p:cxnSp>
      <p:cxnSp>
        <p:nvCxnSpPr>
          <p:cNvPr id="3102" name="直接连接符 42"/>
          <p:cNvCxnSpPr>
            <a:cxnSpLocks noChangeShapeType="1"/>
          </p:cNvCxnSpPr>
          <p:nvPr/>
        </p:nvCxnSpPr>
        <p:spPr bwMode="auto">
          <a:xfrm>
            <a:off x="3900488" y="4310063"/>
            <a:ext cx="360362" cy="1273175"/>
          </a:xfrm>
          <a:prstGeom prst="line">
            <a:avLst/>
          </a:prstGeom>
          <a:noFill/>
          <a:ln w="6350" cap="rnd">
            <a:solidFill>
              <a:schemeClr val="bg1"/>
            </a:solidFill>
            <a:round/>
            <a:headEnd/>
            <a:tailEnd type="oval" w="med" len="med"/>
          </a:ln>
        </p:spPr>
      </p:cxnSp>
      <p:cxnSp>
        <p:nvCxnSpPr>
          <p:cNvPr id="3103" name="直接连接符 43"/>
          <p:cNvCxnSpPr>
            <a:cxnSpLocks noChangeShapeType="1"/>
          </p:cNvCxnSpPr>
          <p:nvPr/>
        </p:nvCxnSpPr>
        <p:spPr bwMode="auto">
          <a:xfrm flipV="1">
            <a:off x="7897813" y="4440238"/>
            <a:ext cx="922337" cy="304800"/>
          </a:xfrm>
          <a:prstGeom prst="line">
            <a:avLst/>
          </a:prstGeom>
          <a:noFill/>
          <a:ln w="6350" cap="rnd">
            <a:solidFill>
              <a:schemeClr val="bg1"/>
            </a:solidFill>
            <a:round/>
            <a:headEnd type="oval" w="med" len="med"/>
            <a:tailEnd type="oval" w="med" len="med"/>
          </a:ln>
        </p:spPr>
      </p:cxnSp>
      <p:cxnSp>
        <p:nvCxnSpPr>
          <p:cNvPr id="3104" name="直接箭头连接符 44"/>
          <p:cNvCxnSpPr>
            <a:cxnSpLocks noChangeShapeType="1"/>
          </p:cNvCxnSpPr>
          <p:nvPr/>
        </p:nvCxnSpPr>
        <p:spPr bwMode="auto">
          <a:xfrm>
            <a:off x="7900988" y="4749800"/>
            <a:ext cx="134937" cy="833438"/>
          </a:xfrm>
          <a:prstGeom prst="straightConnector1">
            <a:avLst/>
          </a:prstGeom>
          <a:noFill/>
          <a:ln w="6350" cap="rnd">
            <a:solidFill>
              <a:schemeClr val="bg1"/>
            </a:solidFill>
            <a:round/>
            <a:headEnd/>
            <a:tailEnd type="oval" w="med" len="med"/>
          </a:ln>
        </p:spPr>
      </p:cxnSp>
      <p:cxnSp>
        <p:nvCxnSpPr>
          <p:cNvPr id="3105" name="直接连接符 45"/>
          <p:cNvCxnSpPr>
            <a:cxnSpLocks noChangeShapeType="1"/>
          </p:cNvCxnSpPr>
          <p:nvPr/>
        </p:nvCxnSpPr>
        <p:spPr bwMode="auto">
          <a:xfrm flipV="1">
            <a:off x="6542088" y="5573713"/>
            <a:ext cx="1490662" cy="123825"/>
          </a:xfrm>
          <a:prstGeom prst="line">
            <a:avLst/>
          </a:prstGeom>
          <a:noFill/>
          <a:ln w="6350" cap="rnd">
            <a:solidFill>
              <a:schemeClr val="bg1"/>
            </a:solidFill>
            <a:round/>
            <a:headEnd/>
            <a:tailEnd type="oval" w="med" len="med"/>
          </a:ln>
        </p:spPr>
      </p:cxnSp>
      <p:cxnSp>
        <p:nvCxnSpPr>
          <p:cNvPr id="3106" name="直接连接符 46"/>
          <p:cNvCxnSpPr>
            <a:cxnSpLocks noChangeShapeType="1"/>
          </p:cNvCxnSpPr>
          <p:nvPr/>
        </p:nvCxnSpPr>
        <p:spPr bwMode="auto">
          <a:xfrm flipH="1" flipV="1">
            <a:off x="4257675" y="5575300"/>
            <a:ext cx="2274888" cy="122238"/>
          </a:xfrm>
          <a:prstGeom prst="line">
            <a:avLst/>
          </a:prstGeom>
          <a:noFill/>
          <a:ln w="6350" cap="rnd">
            <a:solidFill>
              <a:schemeClr val="bg1"/>
            </a:solidFill>
            <a:round/>
            <a:headEnd/>
            <a:tailEnd type="oval" w="med" len="med"/>
          </a:ln>
        </p:spPr>
      </p:cxnSp>
      <p:cxnSp>
        <p:nvCxnSpPr>
          <p:cNvPr id="3107" name="直接连接符 47"/>
          <p:cNvCxnSpPr>
            <a:cxnSpLocks noChangeShapeType="1"/>
          </p:cNvCxnSpPr>
          <p:nvPr/>
        </p:nvCxnSpPr>
        <p:spPr bwMode="auto">
          <a:xfrm>
            <a:off x="6523038" y="5697538"/>
            <a:ext cx="290512" cy="536575"/>
          </a:xfrm>
          <a:prstGeom prst="line">
            <a:avLst/>
          </a:prstGeom>
          <a:noFill/>
          <a:ln w="6350" cap="rnd">
            <a:solidFill>
              <a:schemeClr val="bg1"/>
            </a:solidFill>
            <a:round/>
            <a:headEnd type="oval" w="med" len="med"/>
            <a:tailEnd type="oval" w="med" len="med"/>
          </a:ln>
        </p:spPr>
      </p:cxnSp>
      <p:cxnSp>
        <p:nvCxnSpPr>
          <p:cNvPr id="3108" name="直接连接符 48"/>
          <p:cNvCxnSpPr>
            <a:cxnSpLocks noChangeShapeType="1"/>
          </p:cNvCxnSpPr>
          <p:nvPr/>
        </p:nvCxnSpPr>
        <p:spPr bwMode="auto">
          <a:xfrm flipH="1">
            <a:off x="5472113" y="5697538"/>
            <a:ext cx="1050925" cy="508000"/>
          </a:xfrm>
          <a:prstGeom prst="line">
            <a:avLst/>
          </a:prstGeom>
          <a:noFill/>
          <a:ln w="6350" cap="rnd">
            <a:solidFill>
              <a:schemeClr val="bg1"/>
            </a:solidFill>
            <a:round/>
            <a:headEnd type="oval" w="med" len="med"/>
            <a:tailEnd type="oval" w="med" len="med"/>
          </a:ln>
        </p:spPr>
      </p:cxnSp>
      <p:cxnSp>
        <p:nvCxnSpPr>
          <p:cNvPr id="3109" name="直接连接符 49"/>
          <p:cNvCxnSpPr>
            <a:cxnSpLocks noChangeShapeType="1"/>
          </p:cNvCxnSpPr>
          <p:nvPr/>
        </p:nvCxnSpPr>
        <p:spPr bwMode="auto">
          <a:xfrm flipH="1">
            <a:off x="8305800" y="3111500"/>
            <a:ext cx="693738" cy="192088"/>
          </a:xfrm>
          <a:prstGeom prst="line">
            <a:avLst/>
          </a:prstGeom>
          <a:noFill/>
          <a:ln w="6350" cap="rnd">
            <a:solidFill>
              <a:schemeClr val="bg1"/>
            </a:solidFill>
            <a:round/>
            <a:headEnd type="oval" w="med" len="med"/>
            <a:tailEnd type="oval" w="med" len="med"/>
          </a:ln>
        </p:spPr>
      </p:cxnSp>
      <p:cxnSp>
        <p:nvCxnSpPr>
          <p:cNvPr id="3110" name="直接连接符 50"/>
          <p:cNvCxnSpPr>
            <a:cxnSpLocks noChangeShapeType="1"/>
          </p:cNvCxnSpPr>
          <p:nvPr/>
        </p:nvCxnSpPr>
        <p:spPr bwMode="auto">
          <a:xfrm flipV="1">
            <a:off x="7891463" y="3094038"/>
            <a:ext cx="1100137" cy="1654175"/>
          </a:xfrm>
          <a:prstGeom prst="line">
            <a:avLst/>
          </a:prstGeom>
          <a:noFill/>
          <a:ln w="6350" cap="rnd">
            <a:solidFill>
              <a:schemeClr val="bg1"/>
            </a:solidFill>
            <a:round/>
            <a:headEnd/>
            <a:tailEnd type="oval" w="med" len="med"/>
          </a:ln>
        </p:spPr>
      </p:cxnSp>
      <p:cxnSp>
        <p:nvCxnSpPr>
          <p:cNvPr id="3111" name="直接连接符 51"/>
          <p:cNvCxnSpPr>
            <a:cxnSpLocks noChangeShapeType="1"/>
          </p:cNvCxnSpPr>
          <p:nvPr/>
        </p:nvCxnSpPr>
        <p:spPr bwMode="auto">
          <a:xfrm>
            <a:off x="6380163" y="903288"/>
            <a:ext cx="1731962" cy="922337"/>
          </a:xfrm>
          <a:prstGeom prst="line">
            <a:avLst/>
          </a:prstGeom>
          <a:noFill/>
          <a:ln w="6350" cap="rnd">
            <a:solidFill>
              <a:schemeClr val="bg1"/>
            </a:solidFill>
            <a:round/>
            <a:headEnd type="oval" w="med" len="med"/>
            <a:tailEnd type="oval" w="med" len="med"/>
          </a:ln>
        </p:spPr>
      </p:cxnSp>
      <p:cxnSp>
        <p:nvCxnSpPr>
          <p:cNvPr id="3112" name="直接连接符 52"/>
          <p:cNvCxnSpPr>
            <a:cxnSpLocks noChangeShapeType="1"/>
          </p:cNvCxnSpPr>
          <p:nvPr/>
        </p:nvCxnSpPr>
        <p:spPr bwMode="auto">
          <a:xfrm flipH="1" flipV="1">
            <a:off x="6380163" y="903288"/>
            <a:ext cx="1579562" cy="1782762"/>
          </a:xfrm>
          <a:prstGeom prst="line">
            <a:avLst/>
          </a:prstGeom>
          <a:noFill/>
          <a:ln w="6350" cap="rnd">
            <a:solidFill>
              <a:schemeClr val="bg1"/>
            </a:solidFill>
            <a:round/>
            <a:headEnd type="oval" w="med" len="med"/>
            <a:tailEnd type="oval" w="med" len="med"/>
          </a:ln>
        </p:spPr>
      </p:cxnSp>
      <p:cxnSp>
        <p:nvCxnSpPr>
          <p:cNvPr id="3113" name="直接连接符 53"/>
          <p:cNvCxnSpPr>
            <a:cxnSpLocks noChangeShapeType="1"/>
          </p:cNvCxnSpPr>
          <p:nvPr/>
        </p:nvCxnSpPr>
        <p:spPr bwMode="auto">
          <a:xfrm flipH="1">
            <a:off x="7959725" y="1836738"/>
            <a:ext cx="152400" cy="849312"/>
          </a:xfrm>
          <a:prstGeom prst="line">
            <a:avLst/>
          </a:prstGeom>
          <a:noFill/>
          <a:ln w="6350" cap="rnd">
            <a:solidFill>
              <a:schemeClr val="bg1"/>
            </a:solidFill>
            <a:round/>
            <a:headEnd type="oval" w="med" len="med"/>
            <a:tailEnd type="oval" w="med" len="med"/>
          </a:ln>
        </p:spPr>
      </p:cxnSp>
      <p:cxnSp>
        <p:nvCxnSpPr>
          <p:cNvPr id="3114" name="直接连接符 54"/>
          <p:cNvCxnSpPr>
            <a:cxnSpLocks noChangeShapeType="1"/>
          </p:cNvCxnSpPr>
          <p:nvPr/>
        </p:nvCxnSpPr>
        <p:spPr bwMode="auto">
          <a:xfrm flipH="1" flipV="1">
            <a:off x="8112125" y="1828800"/>
            <a:ext cx="193675" cy="1481138"/>
          </a:xfrm>
          <a:prstGeom prst="line">
            <a:avLst/>
          </a:prstGeom>
          <a:noFill/>
          <a:ln w="6350" cap="rnd">
            <a:solidFill>
              <a:schemeClr val="bg1"/>
            </a:solidFill>
            <a:round/>
            <a:headEnd type="oval" w="med" len="med"/>
            <a:tailEnd type="oval" w="med" len="med"/>
          </a:ln>
        </p:spPr>
      </p:cxnSp>
      <p:cxnSp>
        <p:nvCxnSpPr>
          <p:cNvPr id="3115" name="直接连接符 55"/>
          <p:cNvCxnSpPr>
            <a:cxnSpLocks noChangeShapeType="1"/>
          </p:cNvCxnSpPr>
          <p:nvPr/>
        </p:nvCxnSpPr>
        <p:spPr bwMode="auto">
          <a:xfrm flipV="1">
            <a:off x="4168775" y="1563688"/>
            <a:ext cx="1033463" cy="1122362"/>
          </a:xfrm>
          <a:prstGeom prst="line">
            <a:avLst/>
          </a:prstGeom>
          <a:noFill/>
          <a:ln w="6350" cap="rnd">
            <a:solidFill>
              <a:schemeClr val="bg1"/>
            </a:solidFill>
            <a:round/>
            <a:headEnd type="oval" w="med" len="med"/>
            <a:tailEnd type="oval" w="med" len="med"/>
          </a:ln>
        </p:spPr>
      </p:cxnSp>
      <p:cxnSp>
        <p:nvCxnSpPr>
          <p:cNvPr id="3116" name="直接连接符 56"/>
          <p:cNvCxnSpPr>
            <a:cxnSpLocks noChangeShapeType="1"/>
          </p:cNvCxnSpPr>
          <p:nvPr/>
        </p:nvCxnSpPr>
        <p:spPr bwMode="auto">
          <a:xfrm flipV="1">
            <a:off x="5202238" y="903288"/>
            <a:ext cx="1173162" cy="660400"/>
          </a:xfrm>
          <a:prstGeom prst="line">
            <a:avLst/>
          </a:prstGeom>
          <a:noFill/>
          <a:ln w="6350" cap="rnd">
            <a:solidFill>
              <a:schemeClr val="bg1"/>
            </a:solidFill>
            <a:round/>
            <a:headEnd type="oval" w="med" len="med"/>
            <a:tailEnd type="oval" w="med" len="med"/>
          </a:ln>
        </p:spPr>
      </p:cxnSp>
      <p:cxnSp>
        <p:nvCxnSpPr>
          <p:cNvPr id="3117" name="直接连接符 57"/>
          <p:cNvCxnSpPr>
            <a:cxnSpLocks noChangeShapeType="1"/>
          </p:cNvCxnSpPr>
          <p:nvPr/>
        </p:nvCxnSpPr>
        <p:spPr bwMode="auto">
          <a:xfrm flipV="1">
            <a:off x="3817938" y="1570038"/>
            <a:ext cx="1384300" cy="844550"/>
          </a:xfrm>
          <a:prstGeom prst="line">
            <a:avLst/>
          </a:prstGeom>
          <a:noFill/>
          <a:ln w="6350" cap="rnd">
            <a:solidFill>
              <a:schemeClr val="bg1"/>
            </a:solidFill>
            <a:round/>
            <a:headEnd type="oval" w="med" len="med"/>
            <a:tailEnd type="oval" w="med" len="med"/>
          </a:ln>
        </p:spPr>
      </p:cxnSp>
      <p:cxnSp>
        <p:nvCxnSpPr>
          <p:cNvPr id="3118" name="直接连接符 58"/>
          <p:cNvCxnSpPr>
            <a:cxnSpLocks noChangeShapeType="1"/>
          </p:cNvCxnSpPr>
          <p:nvPr/>
        </p:nvCxnSpPr>
        <p:spPr bwMode="auto">
          <a:xfrm flipH="1" flipV="1">
            <a:off x="3819525" y="2420938"/>
            <a:ext cx="349250" cy="265112"/>
          </a:xfrm>
          <a:prstGeom prst="line">
            <a:avLst/>
          </a:prstGeom>
          <a:noFill/>
          <a:ln w="6350" cap="rnd">
            <a:solidFill>
              <a:schemeClr val="bg1"/>
            </a:solidFill>
            <a:round/>
            <a:headEnd type="oval" w="med" len="med"/>
            <a:tailEnd type="oval" w="med" len="med"/>
          </a:ln>
        </p:spPr>
      </p:cxnSp>
      <p:cxnSp>
        <p:nvCxnSpPr>
          <p:cNvPr id="3119" name="直接连接符 59"/>
          <p:cNvCxnSpPr>
            <a:cxnSpLocks noChangeShapeType="1"/>
          </p:cNvCxnSpPr>
          <p:nvPr/>
        </p:nvCxnSpPr>
        <p:spPr bwMode="auto">
          <a:xfrm flipH="1">
            <a:off x="3900488" y="3789363"/>
            <a:ext cx="268287" cy="525462"/>
          </a:xfrm>
          <a:prstGeom prst="line">
            <a:avLst/>
          </a:prstGeom>
          <a:noFill/>
          <a:ln w="6350" cap="rnd">
            <a:solidFill>
              <a:schemeClr val="bg1"/>
            </a:solidFill>
            <a:round/>
            <a:headEnd type="oval" w="med" len="med"/>
            <a:tailEnd type="oval" w="med" len="med"/>
          </a:ln>
        </p:spPr>
      </p:cxnSp>
      <p:cxnSp>
        <p:nvCxnSpPr>
          <p:cNvPr id="3120" name="直接连接符 60"/>
          <p:cNvCxnSpPr>
            <a:cxnSpLocks noChangeShapeType="1"/>
          </p:cNvCxnSpPr>
          <p:nvPr/>
        </p:nvCxnSpPr>
        <p:spPr bwMode="auto">
          <a:xfrm flipH="1" flipV="1">
            <a:off x="4168775" y="3789363"/>
            <a:ext cx="1033463" cy="1227137"/>
          </a:xfrm>
          <a:prstGeom prst="line">
            <a:avLst/>
          </a:prstGeom>
          <a:noFill/>
          <a:ln w="6350" cap="rnd">
            <a:solidFill>
              <a:schemeClr val="bg1"/>
            </a:solidFill>
            <a:round/>
            <a:headEnd type="oval" w="med" len="med"/>
            <a:tailEnd type="oval" w="med" len="med"/>
          </a:ln>
        </p:spPr>
      </p:cxnSp>
      <p:cxnSp>
        <p:nvCxnSpPr>
          <p:cNvPr id="3121" name="直接连接符 61"/>
          <p:cNvCxnSpPr>
            <a:cxnSpLocks noChangeShapeType="1"/>
          </p:cNvCxnSpPr>
          <p:nvPr/>
        </p:nvCxnSpPr>
        <p:spPr bwMode="auto">
          <a:xfrm flipH="1" flipV="1">
            <a:off x="3900488" y="4321175"/>
            <a:ext cx="1301750" cy="692150"/>
          </a:xfrm>
          <a:prstGeom prst="line">
            <a:avLst/>
          </a:prstGeom>
          <a:noFill/>
          <a:ln w="6350" cap="rnd">
            <a:solidFill>
              <a:schemeClr val="bg1"/>
            </a:solidFill>
            <a:round/>
            <a:headEnd/>
            <a:tailEnd type="oval" w="med" len="med"/>
          </a:ln>
        </p:spPr>
      </p:cxnSp>
      <p:cxnSp>
        <p:nvCxnSpPr>
          <p:cNvPr id="3122" name="直接连接符 62"/>
          <p:cNvCxnSpPr>
            <a:cxnSpLocks noChangeShapeType="1"/>
          </p:cNvCxnSpPr>
          <p:nvPr/>
        </p:nvCxnSpPr>
        <p:spPr bwMode="auto">
          <a:xfrm flipH="1" flipV="1">
            <a:off x="5202238" y="5021263"/>
            <a:ext cx="1339850" cy="677862"/>
          </a:xfrm>
          <a:prstGeom prst="line">
            <a:avLst/>
          </a:prstGeom>
          <a:noFill/>
          <a:ln w="6350" cap="rnd">
            <a:solidFill>
              <a:schemeClr val="bg1"/>
            </a:solidFill>
            <a:round/>
            <a:headEnd/>
            <a:tailEnd type="oval" w="med" len="med"/>
          </a:ln>
        </p:spPr>
      </p:cxnSp>
      <p:cxnSp>
        <p:nvCxnSpPr>
          <p:cNvPr id="3123" name="直接连接符 63"/>
          <p:cNvCxnSpPr>
            <a:cxnSpLocks noChangeShapeType="1"/>
          </p:cNvCxnSpPr>
          <p:nvPr/>
        </p:nvCxnSpPr>
        <p:spPr bwMode="auto">
          <a:xfrm flipH="1">
            <a:off x="6523038" y="3789363"/>
            <a:ext cx="1436687" cy="1909762"/>
          </a:xfrm>
          <a:prstGeom prst="line">
            <a:avLst/>
          </a:prstGeom>
          <a:noFill/>
          <a:ln w="6350" cap="rnd">
            <a:solidFill>
              <a:schemeClr val="bg1"/>
            </a:solidFill>
            <a:round/>
            <a:headEnd/>
            <a:tailEnd type="oval" w="med" len="med"/>
          </a:ln>
        </p:spPr>
      </p:cxnSp>
      <p:cxnSp>
        <p:nvCxnSpPr>
          <p:cNvPr id="3124" name="直接连接符 64"/>
          <p:cNvCxnSpPr>
            <a:cxnSpLocks noChangeShapeType="1"/>
          </p:cNvCxnSpPr>
          <p:nvPr/>
        </p:nvCxnSpPr>
        <p:spPr bwMode="auto">
          <a:xfrm flipV="1">
            <a:off x="7883525" y="3800475"/>
            <a:ext cx="76200" cy="944563"/>
          </a:xfrm>
          <a:prstGeom prst="line">
            <a:avLst/>
          </a:prstGeom>
          <a:noFill/>
          <a:ln w="6350" cap="rnd">
            <a:solidFill>
              <a:schemeClr val="bg1"/>
            </a:solidFill>
            <a:round/>
            <a:headEnd/>
            <a:tailEnd type="oval" w="med" len="med"/>
          </a:ln>
        </p:spPr>
      </p:cxnSp>
      <p:cxnSp>
        <p:nvCxnSpPr>
          <p:cNvPr id="3125" name="直接连接符 65"/>
          <p:cNvCxnSpPr>
            <a:cxnSpLocks noChangeShapeType="1"/>
          </p:cNvCxnSpPr>
          <p:nvPr/>
        </p:nvCxnSpPr>
        <p:spPr bwMode="auto">
          <a:xfrm flipH="1">
            <a:off x="7897813" y="3298825"/>
            <a:ext cx="411162" cy="1446213"/>
          </a:xfrm>
          <a:prstGeom prst="line">
            <a:avLst/>
          </a:prstGeom>
          <a:noFill/>
          <a:ln w="6350" cap="rnd">
            <a:solidFill>
              <a:schemeClr val="bg1"/>
            </a:solidFill>
            <a:round/>
            <a:headEnd type="oval" w="med" len="med"/>
            <a:tailEnd type="oval" w="med" len="med"/>
          </a:ln>
        </p:spPr>
      </p:cxnSp>
      <p:cxnSp>
        <p:nvCxnSpPr>
          <p:cNvPr id="3126" name="直接连接符 66"/>
          <p:cNvCxnSpPr>
            <a:cxnSpLocks noChangeShapeType="1"/>
          </p:cNvCxnSpPr>
          <p:nvPr/>
        </p:nvCxnSpPr>
        <p:spPr bwMode="auto">
          <a:xfrm flipV="1">
            <a:off x="6537325" y="4749800"/>
            <a:ext cx="1363663" cy="941388"/>
          </a:xfrm>
          <a:prstGeom prst="line">
            <a:avLst/>
          </a:prstGeom>
          <a:noFill/>
          <a:ln w="6350" cap="rnd">
            <a:solidFill>
              <a:schemeClr val="bg1"/>
            </a:solidFill>
            <a:round/>
            <a:headEnd/>
            <a:tailEnd type="oval" w="med" len="med"/>
          </a:ln>
        </p:spPr>
      </p:cxnSp>
      <p:cxnSp>
        <p:nvCxnSpPr>
          <p:cNvPr id="3127" name="直接连接符 67"/>
          <p:cNvCxnSpPr>
            <a:cxnSpLocks noChangeShapeType="1"/>
          </p:cNvCxnSpPr>
          <p:nvPr/>
        </p:nvCxnSpPr>
        <p:spPr bwMode="auto">
          <a:xfrm>
            <a:off x="4168775" y="2686050"/>
            <a:ext cx="1927225" cy="0"/>
          </a:xfrm>
          <a:prstGeom prst="line">
            <a:avLst/>
          </a:prstGeom>
          <a:noFill/>
          <a:ln w="6350">
            <a:solidFill>
              <a:schemeClr val="bg1"/>
            </a:solidFill>
            <a:round/>
            <a:headEnd/>
            <a:tailEnd/>
          </a:ln>
        </p:spPr>
      </p:cxnSp>
      <p:cxnSp>
        <p:nvCxnSpPr>
          <p:cNvPr id="3128" name="直接连接符 68"/>
          <p:cNvCxnSpPr>
            <a:cxnSpLocks noChangeShapeType="1"/>
          </p:cNvCxnSpPr>
          <p:nvPr/>
        </p:nvCxnSpPr>
        <p:spPr bwMode="auto">
          <a:xfrm>
            <a:off x="4168775" y="2686050"/>
            <a:ext cx="0" cy="615950"/>
          </a:xfrm>
          <a:prstGeom prst="line">
            <a:avLst/>
          </a:prstGeom>
          <a:noFill/>
          <a:ln w="6350">
            <a:solidFill>
              <a:schemeClr val="bg1"/>
            </a:solidFill>
            <a:round/>
            <a:headEnd/>
            <a:tailEnd/>
          </a:ln>
        </p:spPr>
      </p:cxnSp>
      <p:cxnSp>
        <p:nvCxnSpPr>
          <p:cNvPr id="3129" name="直接连接符 69"/>
          <p:cNvCxnSpPr>
            <a:cxnSpLocks noChangeShapeType="1"/>
          </p:cNvCxnSpPr>
          <p:nvPr/>
        </p:nvCxnSpPr>
        <p:spPr bwMode="auto">
          <a:xfrm>
            <a:off x="7959725" y="2686050"/>
            <a:ext cx="0" cy="742950"/>
          </a:xfrm>
          <a:prstGeom prst="line">
            <a:avLst/>
          </a:prstGeom>
          <a:noFill/>
          <a:ln w="6350">
            <a:solidFill>
              <a:schemeClr val="bg1"/>
            </a:solidFill>
            <a:round/>
            <a:headEnd/>
            <a:tailEnd/>
          </a:ln>
        </p:spPr>
      </p:cxnSp>
      <p:cxnSp>
        <p:nvCxnSpPr>
          <p:cNvPr id="3130" name="直接连接符 70"/>
          <p:cNvCxnSpPr>
            <a:cxnSpLocks noChangeShapeType="1"/>
          </p:cNvCxnSpPr>
          <p:nvPr/>
        </p:nvCxnSpPr>
        <p:spPr bwMode="auto">
          <a:xfrm>
            <a:off x="6032500" y="2686050"/>
            <a:ext cx="1927225" cy="0"/>
          </a:xfrm>
          <a:prstGeom prst="line">
            <a:avLst/>
          </a:prstGeom>
          <a:noFill/>
          <a:ln w="6350">
            <a:solidFill>
              <a:schemeClr val="bg1"/>
            </a:solidFill>
            <a:round/>
            <a:headEnd/>
            <a:tailEnd/>
          </a:ln>
        </p:spPr>
      </p:cxnSp>
      <p:cxnSp>
        <p:nvCxnSpPr>
          <p:cNvPr id="3131" name="直接连接符 71"/>
          <p:cNvCxnSpPr>
            <a:cxnSpLocks noChangeShapeType="1"/>
          </p:cNvCxnSpPr>
          <p:nvPr/>
        </p:nvCxnSpPr>
        <p:spPr bwMode="auto">
          <a:xfrm>
            <a:off x="4168775" y="3184525"/>
            <a:ext cx="0" cy="615950"/>
          </a:xfrm>
          <a:prstGeom prst="line">
            <a:avLst/>
          </a:prstGeom>
          <a:noFill/>
          <a:ln w="6350">
            <a:solidFill>
              <a:schemeClr val="bg1"/>
            </a:solidFill>
            <a:round/>
            <a:headEnd/>
            <a:tailEnd/>
          </a:ln>
        </p:spPr>
      </p:cxnSp>
      <p:cxnSp>
        <p:nvCxnSpPr>
          <p:cNvPr id="3132" name="直接连接符 72"/>
          <p:cNvCxnSpPr>
            <a:cxnSpLocks noChangeShapeType="1"/>
          </p:cNvCxnSpPr>
          <p:nvPr/>
        </p:nvCxnSpPr>
        <p:spPr bwMode="auto">
          <a:xfrm>
            <a:off x="7959725" y="3057525"/>
            <a:ext cx="0" cy="742950"/>
          </a:xfrm>
          <a:prstGeom prst="line">
            <a:avLst/>
          </a:prstGeom>
          <a:noFill/>
          <a:ln w="6350">
            <a:solidFill>
              <a:schemeClr val="bg1"/>
            </a:solidFill>
            <a:round/>
            <a:headEnd/>
            <a:tailEnd/>
          </a:ln>
        </p:spPr>
      </p:cxnSp>
      <p:cxnSp>
        <p:nvCxnSpPr>
          <p:cNvPr id="3133" name="直接连接符 73"/>
          <p:cNvCxnSpPr>
            <a:cxnSpLocks noChangeShapeType="1"/>
          </p:cNvCxnSpPr>
          <p:nvPr/>
        </p:nvCxnSpPr>
        <p:spPr bwMode="auto">
          <a:xfrm>
            <a:off x="4168775" y="3800475"/>
            <a:ext cx="1298575" cy="0"/>
          </a:xfrm>
          <a:prstGeom prst="line">
            <a:avLst/>
          </a:prstGeom>
          <a:noFill/>
          <a:ln w="6350">
            <a:solidFill>
              <a:schemeClr val="bg1"/>
            </a:solidFill>
            <a:round/>
            <a:headEnd/>
            <a:tailEnd/>
          </a:ln>
        </p:spPr>
      </p:cxnSp>
      <p:cxnSp>
        <p:nvCxnSpPr>
          <p:cNvPr id="3134" name="直接连接符 74"/>
          <p:cNvCxnSpPr>
            <a:cxnSpLocks noChangeShapeType="1"/>
          </p:cNvCxnSpPr>
          <p:nvPr/>
        </p:nvCxnSpPr>
        <p:spPr bwMode="auto">
          <a:xfrm>
            <a:off x="6661150" y="3800475"/>
            <a:ext cx="1298575" cy="0"/>
          </a:xfrm>
          <a:prstGeom prst="line">
            <a:avLst/>
          </a:prstGeom>
          <a:noFill/>
          <a:ln w="6350">
            <a:solidFill>
              <a:schemeClr val="bg1"/>
            </a:solidFill>
            <a:round/>
            <a:headEnd/>
            <a:tailEnd/>
          </a:ln>
        </p:spPr>
      </p:cxnSp>
      <p:grpSp>
        <p:nvGrpSpPr>
          <p:cNvPr id="2" name="组合 78"/>
          <p:cNvGrpSpPr>
            <a:grpSpLocks/>
          </p:cNvGrpSpPr>
          <p:nvPr/>
        </p:nvGrpSpPr>
        <p:grpSpPr bwMode="auto">
          <a:xfrm>
            <a:off x="3363913" y="2753810"/>
            <a:ext cx="5448300" cy="1200835"/>
            <a:chOff x="4763" y="40796"/>
            <a:chExt cx="5448300" cy="1201549"/>
          </a:xfrm>
        </p:grpSpPr>
        <p:sp>
          <p:nvSpPr>
            <p:cNvPr id="2112" name="文本框 76"/>
            <p:cNvSpPr txBox="1">
              <a:spLocks noChangeArrowheads="1"/>
            </p:cNvSpPr>
            <p:nvPr/>
          </p:nvSpPr>
          <p:spPr bwMode="auto">
            <a:xfrm>
              <a:off x="4763" y="40796"/>
              <a:ext cx="5448300" cy="1016267"/>
            </a:xfrm>
            <a:prstGeom prst="rect">
              <a:avLst/>
            </a:prstGeom>
            <a:noFill/>
            <a:ln w="9525">
              <a:noFill/>
              <a:miter lim="800000"/>
              <a:headEnd/>
              <a:tailEnd/>
            </a:ln>
          </p:spPr>
          <p:txBody>
            <a:bodyPr>
              <a:spAutoFit/>
            </a:bodyPr>
            <a:lstStyle/>
            <a:p>
              <a:pPr algn="ctr" eaLnBrk="1" hangingPunct="1"/>
              <a:r>
                <a:rPr lang="zh-CN" altLang="en-US" sz="6000" dirty="0" smtClean="0">
                  <a:solidFill>
                    <a:schemeClr val="bg1"/>
                  </a:solidFill>
                  <a:latin typeface="Billboard"/>
                  <a:ea typeface="张海山锐谐体" pitchFamily="2" charset="-122"/>
                </a:rPr>
                <a:t>科技</a:t>
              </a:r>
              <a:endParaRPr lang="zh-CN" altLang="en-US" sz="6000" dirty="0">
                <a:solidFill>
                  <a:schemeClr val="bg1"/>
                </a:solidFill>
                <a:latin typeface="Billboard"/>
                <a:ea typeface="张海山锐谐体" pitchFamily="2" charset="-122"/>
              </a:endParaRPr>
            </a:p>
          </p:txBody>
        </p:sp>
        <p:sp>
          <p:nvSpPr>
            <p:cNvPr id="2113" name="文本框 77"/>
            <p:cNvSpPr txBox="1">
              <a:spLocks noChangeArrowheads="1"/>
            </p:cNvSpPr>
            <p:nvPr/>
          </p:nvSpPr>
          <p:spPr bwMode="auto">
            <a:xfrm>
              <a:off x="2037995" y="934385"/>
              <a:ext cx="1366022" cy="307960"/>
            </a:xfrm>
            <a:prstGeom prst="rect">
              <a:avLst/>
            </a:prstGeom>
            <a:noFill/>
            <a:ln w="9525">
              <a:noFill/>
              <a:miter lim="800000"/>
              <a:headEnd/>
              <a:tailEnd/>
            </a:ln>
          </p:spPr>
          <p:txBody>
            <a:bodyPr>
              <a:spAutoFit/>
            </a:bodyPr>
            <a:lstStyle/>
            <a:p>
              <a:pPr algn="ctr" eaLnBrk="1" hangingPunct="1"/>
              <a:r>
                <a:rPr lang="en-US" altLang="zh-CN" sz="1400" dirty="0" smtClean="0">
                  <a:solidFill>
                    <a:schemeClr val="bg1"/>
                  </a:solidFill>
                  <a:latin typeface="张海山锐谐体" pitchFamily="2" charset="-122"/>
                  <a:ea typeface="张海山锐谐体" pitchFamily="2" charset="-122"/>
                </a:rPr>
                <a:t>Technological </a:t>
              </a:r>
              <a:endParaRPr lang="zh-CN" altLang="en-US" sz="1400" dirty="0">
                <a:solidFill>
                  <a:schemeClr val="bg1"/>
                </a:solidFill>
                <a:latin typeface="张海山锐谐体" pitchFamily="2" charset="-122"/>
                <a:ea typeface="张海山锐谐体" pitchFamily="2" charset="-122"/>
              </a:endParaRPr>
            </a:p>
          </p:txBody>
        </p:sp>
      </p:grpSp>
      <p:sp>
        <p:nvSpPr>
          <p:cNvPr id="3" name="文本框 2"/>
          <p:cNvSpPr txBox="1"/>
          <p:nvPr/>
        </p:nvSpPr>
        <p:spPr>
          <a:xfrm>
            <a:off x="9502667" y="6020872"/>
            <a:ext cx="2221129" cy="369332"/>
          </a:xfrm>
          <a:prstGeom prst="rect">
            <a:avLst/>
          </a:prstGeom>
          <a:noFill/>
        </p:spPr>
        <p:txBody>
          <a:bodyPr wrap="square" rtlCol="0">
            <a:spAutoFit/>
          </a:bodyPr>
          <a:lstStyle/>
          <a:p>
            <a:r>
              <a:rPr lang="en-US" altLang="zh-CN" dirty="0" smtClean="0">
                <a:solidFill>
                  <a:schemeClr val="bg1"/>
                </a:solidFill>
              </a:rPr>
              <a:t>——</a:t>
            </a:r>
            <a:r>
              <a:rPr lang="zh-CN" altLang="en-US" dirty="0" smtClean="0">
                <a:solidFill>
                  <a:schemeClr val="bg1"/>
                </a:solidFill>
              </a:rPr>
              <a:t>汇报人：马全明</a:t>
            </a:r>
            <a:endParaRPr lang="zh-CN" altLang="en-US"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2000" fill="hold"/>
                                        <p:tgtEl>
                                          <p:spTgt spid="3075"/>
                                        </p:tgtEl>
                                        <p:attrNameLst>
                                          <p:attrName>ppt_w</p:attrName>
                                        </p:attrNameLst>
                                      </p:cBhvr>
                                      <p:tavLst>
                                        <p:tav tm="0">
                                          <p:val>
                                            <p:fltVal val="0"/>
                                          </p:val>
                                        </p:tav>
                                        <p:tav tm="100000">
                                          <p:val>
                                            <p:strVal val="#ppt_w"/>
                                          </p:val>
                                        </p:tav>
                                      </p:tavLst>
                                    </p:anim>
                                    <p:anim calcmode="lin" valueType="num">
                                      <p:cBhvr>
                                        <p:cTn id="8" dur="2000" fill="hold"/>
                                        <p:tgtEl>
                                          <p:spTgt spid="3075"/>
                                        </p:tgtEl>
                                        <p:attrNameLst>
                                          <p:attrName>ppt_h</p:attrName>
                                        </p:attrNameLst>
                                      </p:cBhvr>
                                      <p:tavLst>
                                        <p:tav tm="0">
                                          <p:val>
                                            <p:fltVal val="0"/>
                                          </p:val>
                                        </p:tav>
                                        <p:tav tm="100000">
                                          <p:val>
                                            <p:strVal val="#ppt_h"/>
                                          </p:val>
                                        </p:tav>
                                      </p:tavLst>
                                    </p:anim>
                                    <p:anim calcmode="lin" valueType="num">
                                      <p:cBhvr>
                                        <p:cTn id="9" dur="2000" fill="hold"/>
                                        <p:tgtEl>
                                          <p:spTgt spid="3075"/>
                                        </p:tgtEl>
                                        <p:attrNameLst>
                                          <p:attrName>style.rotation</p:attrName>
                                        </p:attrNameLst>
                                      </p:cBhvr>
                                      <p:tavLst>
                                        <p:tav tm="0">
                                          <p:val>
                                            <p:fltVal val="360"/>
                                          </p:val>
                                        </p:tav>
                                        <p:tav tm="100000">
                                          <p:val>
                                            <p:fltVal val="0"/>
                                          </p:val>
                                        </p:tav>
                                      </p:tavLst>
                                    </p:anim>
                                    <p:animEffect transition="in" filter="fade">
                                      <p:cBhvr>
                                        <p:cTn id="10" dur="2000"/>
                                        <p:tgtEl>
                                          <p:spTgt spid="3075"/>
                                        </p:tgtEl>
                                      </p:cBhvr>
                                    </p:animEffect>
                                  </p:childTnLst>
                                </p:cTn>
                              </p:par>
                            </p:childTnLst>
                          </p:cTn>
                        </p:par>
                        <p:par>
                          <p:cTn id="11" fill="hold" nodeType="afterGroup">
                            <p:stCondLst>
                              <p:cond delay="2000"/>
                            </p:stCondLst>
                            <p:childTnLst>
                              <p:par>
                                <p:cTn id="12" presetID="22" presetClass="entr" presetSubtype="4" fill="hold" nodeType="afterEffect">
                                  <p:stCondLst>
                                    <p:cond delay="0"/>
                                  </p:stCondLst>
                                  <p:childTnLst>
                                    <p:set>
                                      <p:cBhvr>
                                        <p:cTn id="13" dur="1" fill="hold">
                                          <p:stCondLst>
                                            <p:cond delay="0"/>
                                          </p:stCondLst>
                                        </p:cTn>
                                        <p:tgtEl>
                                          <p:spTgt spid="3078"/>
                                        </p:tgtEl>
                                        <p:attrNameLst>
                                          <p:attrName>style.visibility</p:attrName>
                                        </p:attrNameLst>
                                      </p:cBhvr>
                                      <p:to>
                                        <p:strVal val="visible"/>
                                      </p:to>
                                    </p:set>
                                    <p:animEffect transition="in" filter="wipe(down)">
                                      <p:cBhvr>
                                        <p:cTn id="14" dur="1000"/>
                                        <p:tgtEl>
                                          <p:spTgt spid="3078"/>
                                        </p:tgtEl>
                                      </p:cBhvr>
                                    </p:animEffect>
                                  </p:childTnLst>
                                </p:cTn>
                              </p:par>
                              <p:par>
                                <p:cTn id="15" presetID="22" presetClass="entr" presetSubtype="2" fill="hold" nodeType="withEffect">
                                  <p:stCondLst>
                                    <p:cond delay="0"/>
                                  </p:stCondLst>
                                  <p:childTnLst>
                                    <p:set>
                                      <p:cBhvr>
                                        <p:cTn id="16" dur="1" fill="hold">
                                          <p:stCondLst>
                                            <p:cond delay="0"/>
                                          </p:stCondLst>
                                        </p:cTn>
                                        <p:tgtEl>
                                          <p:spTgt spid="3077"/>
                                        </p:tgtEl>
                                        <p:attrNameLst>
                                          <p:attrName>style.visibility</p:attrName>
                                        </p:attrNameLst>
                                      </p:cBhvr>
                                      <p:to>
                                        <p:strVal val="visible"/>
                                      </p:to>
                                    </p:set>
                                    <p:animEffect transition="in" filter="wipe(right)">
                                      <p:cBhvr>
                                        <p:cTn id="17" dur="1000"/>
                                        <p:tgtEl>
                                          <p:spTgt spid="3077"/>
                                        </p:tgtEl>
                                      </p:cBhvr>
                                    </p:animEffect>
                                  </p:childTnLst>
                                </p:cTn>
                              </p:par>
                              <p:par>
                                <p:cTn id="18" presetID="22" presetClass="entr" presetSubtype="2" fill="hold" nodeType="withEffect">
                                  <p:stCondLst>
                                    <p:cond delay="0"/>
                                  </p:stCondLst>
                                  <p:childTnLst>
                                    <p:set>
                                      <p:cBhvr>
                                        <p:cTn id="19" dur="1" fill="hold">
                                          <p:stCondLst>
                                            <p:cond delay="0"/>
                                          </p:stCondLst>
                                        </p:cTn>
                                        <p:tgtEl>
                                          <p:spTgt spid="3076"/>
                                        </p:tgtEl>
                                        <p:attrNameLst>
                                          <p:attrName>style.visibility</p:attrName>
                                        </p:attrNameLst>
                                      </p:cBhvr>
                                      <p:to>
                                        <p:strVal val="visible"/>
                                      </p:to>
                                    </p:set>
                                    <p:animEffect transition="in" filter="wipe(right)">
                                      <p:cBhvr>
                                        <p:cTn id="20" dur="1000"/>
                                        <p:tgtEl>
                                          <p:spTgt spid="3076"/>
                                        </p:tgtEl>
                                      </p:cBhvr>
                                    </p:animEffect>
                                  </p:childTnLst>
                                </p:cTn>
                              </p:par>
                              <p:par>
                                <p:cTn id="21" presetID="22" presetClass="entr" presetSubtype="2" fill="hold" nodeType="withEffect">
                                  <p:stCondLst>
                                    <p:cond delay="0"/>
                                  </p:stCondLst>
                                  <p:childTnLst>
                                    <p:set>
                                      <p:cBhvr>
                                        <p:cTn id="22" dur="1" fill="hold">
                                          <p:stCondLst>
                                            <p:cond delay="0"/>
                                          </p:stCondLst>
                                        </p:cTn>
                                        <p:tgtEl>
                                          <p:spTgt spid="3080"/>
                                        </p:tgtEl>
                                        <p:attrNameLst>
                                          <p:attrName>style.visibility</p:attrName>
                                        </p:attrNameLst>
                                      </p:cBhvr>
                                      <p:to>
                                        <p:strVal val="visible"/>
                                      </p:to>
                                    </p:set>
                                    <p:animEffect transition="in" filter="wipe(right)">
                                      <p:cBhvr>
                                        <p:cTn id="23" dur="1000"/>
                                        <p:tgtEl>
                                          <p:spTgt spid="3080"/>
                                        </p:tgtEl>
                                      </p:cBhvr>
                                    </p:animEffect>
                                  </p:childTnLst>
                                </p:cTn>
                              </p:par>
                              <p:par>
                                <p:cTn id="24" presetID="22" presetClass="entr" presetSubtype="1" fill="hold" nodeType="withEffect">
                                  <p:stCondLst>
                                    <p:cond delay="0"/>
                                  </p:stCondLst>
                                  <p:childTnLst>
                                    <p:set>
                                      <p:cBhvr>
                                        <p:cTn id="25" dur="1" fill="hold">
                                          <p:stCondLst>
                                            <p:cond delay="0"/>
                                          </p:stCondLst>
                                        </p:cTn>
                                        <p:tgtEl>
                                          <p:spTgt spid="3081"/>
                                        </p:tgtEl>
                                        <p:attrNameLst>
                                          <p:attrName>style.visibility</p:attrName>
                                        </p:attrNameLst>
                                      </p:cBhvr>
                                      <p:to>
                                        <p:strVal val="visible"/>
                                      </p:to>
                                    </p:set>
                                    <p:animEffect transition="in" filter="wipe(up)">
                                      <p:cBhvr>
                                        <p:cTn id="26" dur="1000"/>
                                        <p:tgtEl>
                                          <p:spTgt spid="3081"/>
                                        </p:tgtEl>
                                      </p:cBhvr>
                                    </p:animEffect>
                                  </p:childTnLst>
                                </p:cTn>
                              </p:par>
                              <p:par>
                                <p:cTn id="27" presetID="22" presetClass="entr" presetSubtype="1" fill="hold" nodeType="withEffect">
                                  <p:stCondLst>
                                    <p:cond delay="0"/>
                                  </p:stCondLst>
                                  <p:childTnLst>
                                    <p:set>
                                      <p:cBhvr>
                                        <p:cTn id="28" dur="1" fill="hold">
                                          <p:stCondLst>
                                            <p:cond delay="0"/>
                                          </p:stCondLst>
                                        </p:cTn>
                                        <p:tgtEl>
                                          <p:spTgt spid="3082"/>
                                        </p:tgtEl>
                                        <p:attrNameLst>
                                          <p:attrName>style.visibility</p:attrName>
                                        </p:attrNameLst>
                                      </p:cBhvr>
                                      <p:to>
                                        <p:strVal val="visible"/>
                                      </p:to>
                                    </p:set>
                                    <p:animEffect transition="in" filter="wipe(up)">
                                      <p:cBhvr>
                                        <p:cTn id="29" dur="1000"/>
                                        <p:tgtEl>
                                          <p:spTgt spid="3082"/>
                                        </p:tgtEl>
                                      </p:cBhvr>
                                    </p:animEffect>
                                  </p:childTnLst>
                                </p:cTn>
                              </p:par>
                              <p:par>
                                <p:cTn id="30" presetID="22" presetClass="entr" presetSubtype="1" fill="hold" nodeType="withEffect">
                                  <p:stCondLst>
                                    <p:cond delay="0"/>
                                  </p:stCondLst>
                                  <p:childTnLst>
                                    <p:set>
                                      <p:cBhvr>
                                        <p:cTn id="31" dur="1" fill="hold">
                                          <p:stCondLst>
                                            <p:cond delay="0"/>
                                          </p:stCondLst>
                                        </p:cTn>
                                        <p:tgtEl>
                                          <p:spTgt spid="3083"/>
                                        </p:tgtEl>
                                        <p:attrNameLst>
                                          <p:attrName>style.visibility</p:attrName>
                                        </p:attrNameLst>
                                      </p:cBhvr>
                                      <p:to>
                                        <p:strVal val="visible"/>
                                      </p:to>
                                    </p:set>
                                    <p:animEffect transition="in" filter="wipe(up)">
                                      <p:cBhvr>
                                        <p:cTn id="32" dur="1000"/>
                                        <p:tgtEl>
                                          <p:spTgt spid="3083"/>
                                        </p:tgtEl>
                                      </p:cBhvr>
                                    </p:animEffect>
                                  </p:childTnLst>
                                </p:cTn>
                              </p:par>
                              <p:par>
                                <p:cTn id="33" presetID="22" presetClass="entr" presetSubtype="8" fill="hold" nodeType="withEffect">
                                  <p:stCondLst>
                                    <p:cond delay="0"/>
                                  </p:stCondLst>
                                  <p:childTnLst>
                                    <p:set>
                                      <p:cBhvr>
                                        <p:cTn id="34" dur="1" fill="hold">
                                          <p:stCondLst>
                                            <p:cond delay="0"/>
                                          </p:stCondLst>
                                        </p:cTn>
                                        <p:tgtEl>
                                          <p:spTgt spid="3086"/>
                                        </p:tgtEl>
                                        <p:attrNameLst>
                                          <p:attrName>style.visibility</p:attrName>
                                        </p:attrNameLst>
                                      </p:cBhvr>
                                      <p:to>
                                        <p:strVal val="visible"/>
                                      </p:to>
                                    </p:set>
                                    <p:animEffect transition="in" filter="wipe(left)">
                                      <p:cBhvr>
                                        <p:cTn id="35" dur="1000"/>
                                        <p:tgtEl>
                                          <p:spTgt spid="3086"/>
                                        </p:tgtEl>
                                      </p:cBhvr>
                                    </p:animEffect>
                                  </p:childTnLst>
                                </p:cTn>
                              </p:par>
                              <p:par>
                                <p:cTn id="36" presetID="22" presetClass="entr" presetSubtype="8" fill="hold" nodeType="withEffect">
                                  <p:stCondLst>
                                    <p:cond delay="0"/>
                                  </p:stCondLst>
                                  <p:childTnLst>
                                    <p:set>
                                      <p:cBhvr>
                                        <p:cTn id="37" dur="1" fill="hold">
                                          <p:stCondLst>
                                            <p:cond delay="0"/>
                                          </p:stCondLst>
                                        </p:cTn>
                                        <p:tgtEl>
                                          <p:spTgt spid="3088"/>
                                        </p:tgtEl>
                                        <p:attrNameLst>
                                          <p:attrName>style.visibility</p:attrName>
                                        </p:attrNameLst>
                                      </p:cBhvr>
                                      <p:to>
                                        <p:strVal val="visible"/>
                                      </p:to>
                                    </p:set>
                                    <p:animEffect transition="in" filter="wipe(left)">
                                      <p:cBhvr>
                                        <p:cTn id="38" dur="1000"/>
                                        <p:tgtEl>
                                          <p:spTgt spid="3088"/>
                                        </p:tgtEl>
                                      </p:cBhvr>
                                    </p:animEffect>
                                  </p:childTnLst>
                                </p:cTn>
                              </p:par>
                              <p:par>
                                <p:cTn id="39" presetID="22" presetClass="entr" presetSubtype="8" fill="hold" nodeType="withEffect">
                                  <p:stCondLst>
                                    <p:cond delay="0"/>
                                  </p:stCondLst>
                                  <p:childTnLst>
                                    <p:set>
                                      <p:cBhvr>
                                        <p:cTn id="40" dur="1" fill="hold">
                                          <p:stCondLst>
                                            <p:cond delay="0"/>
                                          </p:stCondLst>
                                        </p:cTn>
                                        <p:tgtEl>
                                          <p:spTgt spid="3087"/>
                                        </p:tgtEl>
                                        <p:attrNameLst>
                                          <p:attrName>style.visibility</p:attrName>
                                        </p:attrNameLst>
                                      </p:cBhvr>
                                      <p:to>
                                        <p:strVal val="visible"/>
                                      </p:to>
                                    </p:set>
                                    <p:animEffect transition="in" filter="wipe(left)">
                                      <p:cBhvr>
                                        <p:cTn id="41" dur="1000"/>
                                        <p:tgtEl>
                                          <p:spTgt spid="3087"/>
                                        </p:tgtEl>
                                      </p:cBhvr>
                                    </p:animEffect>
                                  </p:childTnLst>
                                </p:cTn>
                              </p:par>
                              <p:par>
                                <p:cTn id="42" presetID="22" presetClass="entr" presetSubtype="8" fill="hold" nodeType="withEffect">
                                  <p:stCondLst>
                                    <p:cond delay="0"/>
                                  </p:stCondLst>
                                  <p:childTnLst>
                                    <p:set>
                                      <p:cBhvr>
                                        <p:cTn id="43" dur="1" fill="hold">
                                          <p:stCondLst>
                                            <p:cond delay="0"/>
                                          </p:stCondLst>
                                        </p:cTn>
                                        <p:tgtEl>
                                          <p:spTgt spid="3085"/>
                                        </p:tgtEl>
                                        <p:attrNameLst>
                                          <p:attrName>style.visibility</p:attrName>
                                        </p:attrNameLst>
                                      </p:cBhvr>
                                      <p:to>
                                        <p:strVal val="visible"/>
                                      </p:to>
                                    </p:set>
                                    <p:animEffect transition="in" filter="wipe(left)">
                                      <p:cBhvr>
                                        <p:cTn id="44" dur="1000"/>
                                        <p:tgtEl>
                                          <p:spTgt spid="3085"/>
                                        </p:tgtEl>
                                      </p:cBhvr>
                                    </p:animEffect>
                                  </p:childTnLst>
                                </p:cTn>
                              </p:par>
                              <p:par>
                                <p:cTn id="45" presetID="22" presetClass="entr" presetSubtype="4" fill="hold" nodeType="withEffect">
                                  <p:stCondLst>
                                    <p:cond delay="0"/>
                                  </p:stCondLst>
                                  <p:childTnLst>
                                    <p:set>
                                      <p:cBhvr>
                                        <p:cTn id="46" dur="1" fill="hold">
                                          <p:stCondLst>
                                            <p:cond delay="0"/>
                                          </p:stCondLst>
                                        </p:cTn>
                                        <p:tgtEl>
                                          <p:spTgt spid="3084"/>
                                        </p:tgtEl>
                                        <p:attrNameLst>
                                          <p:attrName>style.visibility</p:attrName>
                                        </p:attrNameLst>
                                      </p:cBhvr>
                                      <p:to>
                                        <p:strVal val="visible"/>
                                      </p:to>
                                    </p:set>
                                    <p:animEffect transition="in" filter="wipe(down)">
                                      <p:cBhvr>
                                        <p:cTn id="47" dur="1000"/>
                                        <p:tgtEl>
                                          <p:spTgt spid="3084"/>
                                        </p:tgtEl>
                                      </p:cBhvr>
                                    </p:animEffect>
                                  </p:childTnLst>
                                </p:cTn>
                              </p:par>
                              <p:par>
                                <p:cTn id="48" presetID="22" presetClass="entr" presetSubtype="4" fill="hold" nodeType="withEffect">
                                  <p:stCondLst>
                                    <p:cond delay="0"/>
                                  </p:stCondLst>
                                  <p:childTnLst>
                                    <p:set>
                                      <p:cBhvr>
                                        <p:cTn id="49" dur="1" fill="hold">
                                          <p:stCondLst>
                                            <p:cond delay="0"/>
                                          </p:stCondLst>
                                        </p:cTn>
                                        <p:tgtEl>
                                          <p:spTgt spid="3079"/>
                                        </p:tgtEl>
                                        <p:attrNameLst>
                                          <p:attrName>style.visibility</p:attrName>
                                        </p:attrNameLst>
                                      </p:cBhvr>
                                      <p:to>
                                        <p:strVal val="visible"/>
                                      </p:to>
                                    </p:set>
                                    <p:animEffect transition="in" filter="wipe(down)">
                                      <p:cBhvr>
                                        <p:cTn id="50" dur="1000"/>
                                        <p:tgtEl>
                                          <p:spTgt spid="3079"/>
                                        </p:tgtEl>
                                      </p:cBhvr>
                                    </p:animEffect>
                                  </p:childTnLst>
                                </p:cTn>
                              </p:par>
                            </p:childTnLst>
                          </p:cTn>
                        </p:par>
                        <p:par>
                          <p:cTn id="51" fill="hold" nodeType="afterGroup">
                            <p:stCondLst>
                              <p:cond delay="3000"/>
                            </p:stCondLst>
                            <p:childTnLst>
                              <p:par>
                                <p:cTn id="52" presetID="22" presetClass="entr" presetSubtype="1" fill="hold" nodeType="afterEffect">
                                  <p:stCondLst>
                                    <p:cond delay="0"/>
                                  </p:stCondLst>
                                  <p:childTnLst>
                                    <p:set>
                                      <p:cBhvr>
                                        <p:cTn id="53" dur="1" fill="hold">
                                          <p:stCondLst>
                                            <p:cond delay="0"/>
                                          </p:stCondLst>
                                        </p:cTn>
                                        <p:tgtEl>
                                          <p:spTgt spid="3091"/>
                                        </p:tgtEl>
                                        <p:attrNameLst>
                                          <p:attrName>style.visibility</p:attrName>
                                        </p:attrNameLst>
                                      </p:cBhvr>
                                      <p:to>
                                        <p:strVal val="visible"/>
                                      </p:to>
                                    </p:set>
                                    <p:animEffect transition="in" filter="wipe(up)">
                                      <p:cBhvr>
                                        <p:cTn id="54" dur="1000"/>
                                        <p:tgtEl>
                                          <p:spTgt spid="3091"/>
                                        </p:tgtEl>
                                      </p:cBhvr>
                                    </p:animEffect>
                                  </p:childTnLst>
                                </p:cTn>
                              </p:par>
                              <p:par>
                                <p:cTn id="55" presetID="22" presetClass="entr" presetSubtype="2" fill="hold" nodeType="withEffect">
                                  <p:stCondLst>
                                    <p:cond delay="0"/>
                                  </p:stCondLst>
                                  <p:childTnLst>
                                    <p:set>
                                      <p:cBhvr>
                                        <p:cTn id="56" dur="1" fill="hold">
                                          <p:stCondLst>
                                            <p:cond delay="0"/>
                                          </p:stCondLst>
                                        </p:cTn>
                                        <p:tgtEl>
                                          <p:spTgt spid="3092"/>
                                        </p:tgtEl>
                                        <p:attrNameLst>
                                          <p:attrName>style.visibility</p:attrName>
                                        </p:attrNameLst>
                                      </p:cBhvr>
                                      <p:to>
                                        <p:strVal val="visible"/>
                                      </p:to>
                                    </p:set>
                                    <p:animEffect transition="in" filter="wipe(right)">
                                      <p:cBhvr>
                                        <p:cTn id="57" dur="1000"/>
                                        <p:tgtEl>
                                          <p:spTgt spid="3092"/>
                                        </p:tgtEl>
                                      </p:cBhvr>
                                    </p:animEffect>
                                  </p:childTnLst>
                                </p:cTn>
                              </p:par>
                              <p:par>
                                <p:cTn id="58" presetID="22" presetClass="entr" presetSubtype="8" fill="hold" nodeType="withEffect">
                                  <p:stCondLst>
                                    <p:cond delay="0"/>
                                  </p:stCondLst>
                                  <p:childTnLst>
                                    <p:set>
                                      <p:cBhvr>
                                        <p:cTn id="59" dur="1" fill="hold">
                                          <p:stCondLst>
                                            <p:cond delay="0"/>
                                          </p:stCondLst>
                                        </p:cTn>
                                        <p:tgtEl>
                                          <p:spTgt spid="3090"/>
                                        </p:tgtEl>
                                        <p:attrNameLst>
                                          <p:attrName>style.visibility</p:attrName>
                                        </p:attrNameLst>
                                      </p:cBhvr>
                                      <p:to>
                                        <p:strVal val="visible"/>
                                      </p:to>
                                    </p:set>
                                    <p:animEffect transition="in" filter="wipe(left)">
                                      <p:cBhvr>
                                        <p:cTn id="60" dur="1000"/>
                                        <p:tgtEl>
                                          <p:spTgt spid="3090"/>
                                        </p:tgtEl>
                                      </p:cBhvr>
                                    </p:animEffect>
                                  </p:childTnLst>
                                </p:cTn>
                              </p:par>
                              <p:par>
                                <p:cTn id="61" presetID="22" presetClass="entr" presetSubtype="1" fill="hold" nodeType="withEffect">
                                  <p:stCondLst>
                                    <p:cond delay="0"/>
                                  </p:stCondLst>
                                  <p:childTnLst>
                                    <p:set>
                                      <p:cBhvr>
                                        <p:cTn id="62" dur="1" fill="hold">
                                          <p:stCondLst>
                                            <p:cond delay="0"/>
                                          </p:stCondLst>
                                        </p:cTn>
                                        <p:tgtEl>
                                          <p:spTgt spid="3093"/>
                                        </p:tgtEl>
                                        <p:attrNameLst>
                                          <p:attrName>style.visibility</p:attrName>
                                        </p:attrNameLst>
                                      </p:cBhvr>
                                      <p:to>
                                        <p:strVal val="visible"/>
                                      </p:to>
                                    </p:set>
                                    <p:animEffect transition="in" filter="wipe(up)">
                                      <p:cBhvr>
                                        <p:cTn id="63" dur="1000"/>
                                        <p:tgtEl>
                                          <p:spTgt spid="3093"/>
                                        </p:tgtEl>
                                      </p:cBhvr>
                                    </p:animEffect>
                                  </p:childTnLst>
                                </p:cTn>
                              </p:par>
                              <p:par>
                                <p:cTn id="64" presetID="22" presetClass="entr" presetSubtype="2" fill="hold" nodeType="withEffect">
                                  <p:stCondLst>
                                    <p:cond delay="0"/>
                                  </p:stCondLst>
                                  <p:childTnLst>
                                    <p:set>
                                      <p:cBhvr>
                                        <p:cTn id="65" dur="1" fill="hold">
                                          <p:stCondLst>
                                            <p:cond delay="0"/>
                                          </p:stCondLst>
                                        </p:cTn>
                                        <p:tgtEl>
                                          <p:spTgt spid="3094"/>
                                        </p:tgtEl>
                                        <p:attrNameLst>
                                          <p:attrName>style.visibility</p:attrName>
                                        </p:attrNameLst>
                                      </p:cBhvr>
                                      <p:to>
                                        <p:strVal val="visible"/>
                                      </p:to>
                                    </p:set>
                                    <p:animEffect transition="in" filter="wipe(right)">
                                      <p:cBhvr>
                                        <p:cTn id="66" dur="1000"/>
                                        <p:tgtEl>
                                          <p:spTgt spid="3094"/>
                                        </p:tgtEl>
                                      </p:cBhvr>
                                    </p:animEffect>
                                  </p:childTnLst>
                                </p:cTn>
                              </p:par>
                              <p:par>
                                <p:cTn id="67" presetID="22" presetClass="entr" presetSubtype="4" fill="hold" nodeType="withEffect">
                                  <p:stCondLst>
                                    <p:cond delay="0"/>
                                  </p:stCondLst>
                                  <p:childTnLst>
                                    <p:set>
                                      <p:cBhvr>
                                        <p:cTn id="68" dur="1" fill="hold">
                                          <p:stCondLst>
                                            <p:cond delay="0"/>
                                          </p:stCondLst>
                                        </p:cTn>
                                        <p:tgtEl>
                                          <p:spTgt spid="3097"/>
                                        </p:tgtEl>
                                        <p:attrNameLst>
                                          <p:attrName>style.visibility</p:attrName>
                                        </p:attrNameLst>
                                      </p:cBhvr>
                                      <p:to>
                                        <p:strVal val="visible"/>
                                      </p:to>
                                    </p:set>
                                    <p:animEffect transition="in" filter="wipe(down)">
                                      <p:cBhvr>
                                        <p:cTn id="69" dur="1000"/>
                                        <p:tgtEl>
                                          <p:spTgt spid="3097"/>
                                        </p:tgtEl>
                                      </p:cBhvr>
                                    </p:animEffect>
                                  </p:childTnLst>
                                </p:cTn>
                              </p:par>
                              <p:par>
                                <p:cTn id="70" presetID="22" presetClass="entr" presetSubtype="2" fill="hold" nodeType="withEffect">
                                  <p:stCondLst>
                                    <p:cond delay="0"/>
                                  </p:stCondLst>
                                  <p:childTnLst>
                                    <p:set>
                                      <p:cBhvr>
                                        <p:cTn id="71" dur="1" fill="hold">
                                          <p:stCondLst>
                                            <p:cond delay="0"/>
                                          </p:stCondLst>
                                        </p:cTn>
                                        <p:tgtEl>
                                          <p:spTgt spid="3109"/>
                                        </p:tgtEl>
                                        <p:attrNameLst>
                                          <p:attrName>style.visibility</p:attrName>
                                        </p:attrNameLst>
                                      </p:cBhvr>
                                      <p:to>
                                        <p:strVal val="visible"/>
                                      </p:to>
                                    </p:set>
                                    <p:animEffect transition="in" filter="wipe(right)">
                                      <p:cBhvr>
                                        <p:cTn id="72" dur="1000"/>
                                        <p:tgtEl>
                                          <p:spTgt spid="3109"/>
                                        </p:tgtEl>
                                      </p:cBhvr>
                                    </p:animEffect>
                                  </p:childTnLst>
                                </p:cTn>
                              </p:par>
                              <p:par>
                                <p:cTn id="73" presetID="22" presetClass="entr" presetSubtype="1" fill="hold" nodeType="withEffect">
                                  <p:stCondLst>
                                    <p:cond delay="0"/>
                                  </p:stCondLst>
                                  <p:childTnLst>
                                    <p:set>
                                      <p:cBhvr>
                                        <p:cTn id="74" dur="1" fill="hold">
                                          <p:stCondLst>
                                            <p:cond delay="0"/>
                                          </p:stCondLst>
                                        </p:cTn>
                                        <p:tgtEl>
                                          <p:spTgt spid="3110"/>
                                        </p:tgtEl>
                                        <p:attrNameLst>
                                          <p:attrName>style.visibility</p:attrName>
                                        </p:attrNameLst>
                                      </p:cBhvr>
                                      <p:to>
                                        <p:strVal val="visible"/>
                                      </p:to>
                                    </p:set>
                                    <p:animEffect transition="in" filter="wipe(up)">
                                      <p:cBhvr>
                                        <p:cTn id="75" dur="1000"/>
                                        <p:tgtEl>
                                          <p:spTgt spid="3110"/>
                                        </p:tgtEl>
                                      </p:cBhvr>
                                    </p:animEffect>
                                  </p:childTnLst>
                                </p:cTn>
                              </p:par>
                              <p:par>
                                <p:cTn id="76" presetID="22" presetClass="entr" presetSubtype="2" fill="hold" nodeType="withEffect">
                                  <p:stCondLst>
                                    <p:cond delay="0"/>
                                  </p:stCondLst>
                                  <p:childTnLst>
                                    <p:set>
                                      <p:cBhvr>
                                        <p:cTn id="77" dur="1" fill="hold">
                                          <p:stCondLst>
                                            <p:cond delay="0"/>
                                          </p:stCondLst>
                                        </p:cTn>
                                        <p:tgtEl>
                                          <p:spTgt spid="3103"/>
                                        </p:tgtEl>
                                        <p:attrNameLst>
                                          <p:attrName>style.visibility</p:attrName>
                                        </p:attrNameLst>
                                      </p:cBhvr>
                                      <p:to>
                                        <p:strVal val="visible"/>
                                      </p:to>
                                    </p:set>
                                    <p:animEffect transition="in" filter="wipe(right)">
                                      <p:cBhvr>
                                        <p:cTn id="78" dur="1000"/>
                                        <p:tgtEl>
                                          <p:spTgt spid="3103"/>
                                        </p:tgtEl>
                                      </p:cBhvr>
                                    </p:animEffect>
                                  </p:childTnLst>
                                </p:cTn>
                              </p:par>
                              <p:par>
                                <p:cTn id="79" presetID="22" presetClass="entr" presetSubtype="4" fill="hold" nodeType="withEffect">
                                  <p:stCondLst>
                                    <p:cond delay="0"/>
                                  </p:stCondLst>
                                  <p:childTnLst>
                                    <p:set>
                                      <p:cBhvr>
                                        <p:cTn id="80" dur="1" fill="hold">
                                          <p:stCondLst>
                                            <p:cond delay="0"/>
                                          </p:stCondLst>
                                        </p:cTn>
                                        <p:tgtEl>
                                          <p:spTgt spid="3104"/>
                                        </p:tgtEl>
                                        <p:attrNameLst>
                                          <p:attrName>style.visibility</p:attrName>
                                        </p:attrNameLst>
                                      </p:cBhvr>
                                      <p:to>
                                        <p:strVal val="visible"/>
                                      </p:to>
                                    </p:set>
                                    <p:animEffect transition="in" filter="wipe(down)">
                                      <p:cBhvr>
                                        <p:cTn id="81" dur="1000"/>
                                        <p:tgtEl>
                                          <p:spTgt spid="3104"/>
                                        </p:tgtEl>
                                      </p:cBhvr>
                                    </p:animEffect>
                                  </p:childTnLst>
                                </p:cTn>
                              </p:par>
                              <p:par>
                                <p:cTn id="82" presetID="22" presetClass="entr" presetSubtype="2" fill="hold" nodeType="withEffect">
                                  <p:stCondLst>
                                    <p:cond delay="0"/>
                                  </p:stCondLst>
                                  <p:childTnLst>
                                    <p:set>
                                      <p:cBhvr>
                                        <p:cTn id="83" dur="1" fill="hold">
                                          <p:stCondLst>
                                            <p:cond delay="0"/>
                                          </p:stCondLst>
                                        </p:cTn>
                                        <p:tgtEl>
                                          <p:spTgt spid="3105"/>
                                        </p:tgtEl>
                                        <p:attrNameLst>
                                          <p:attrName>style.visibility</p:attrName>
                                        </p:attrNameLst>
                                      </p:cBhvr>
                                      <p:to>
                                        <p:strVal val="visible"/>
                                      </p:to>
                                    </p:set>
                                    <p:animEffect transition="in" filter="wipe(right)">
                                      <p:cBhvr>
                                        <p:cTn id="84" dur="1000"/>
                                        <p:tgtEl>
                                          <p:spTgt spid="3105"/>
                                        </p:tgtEl>
                                      </p:cBhvr>
                                    </p:animEffect>
                                  </p:childTnLst>
                                </p:cTn>
                              </p:par>
                              <p:par>
                                <p:cTn id="85" presetID="22" presetClass="entr" presetSubtype="4" fill="hold" nodeType="withEffect">
                                  <p:stCondLst>
                                    <p:cond delay="0"/>
                                  </p:stCondLst>
                                  <p:childTnLst>
                                    <p:set>
                                      <p:cBhvr>
                                        <p:cTn id="86" dur="1" fill="hold">
                                          <p:stCondLst>
                                            <p:cond delay="0"/>
                                          </p:stCondLst>
                                        </p:cTn>
                                        <p:tgtEl>
                                          <p:spTgt spid="3107"/>
                                        </p:tgtEl>
                                        <p:attrNameLst>
                                          <p:attrName>style.visibility</p:attrName>
                                        </p:attrNameLst>
                                      </p:cBhvr>
                                      <p:to>
                                        <p:strVal val="visible"/>
                                      </p:to>
                                    </p:set>
                                    <p:animEffect transition="in" filter="wipe(down)">
                                      <p:cBhvr>
                                        <p:cTn id="87" dur="1000"/>
                                        <p:tgtEl>
                                          <p:spTgt spid="3107"/>
                                        </p:tgtEl>
                                      </p:cBhvr>
                                    </p:animEffect>
                                  </p:childTnLst>
                                </p:cTn>
                              </p:par>
                              <p:par>
                                <p:cTn id="88" presetID="22" presetClass="entr" presetSubtype="8" fill="hold" nodeType="withEffect">
                                  <p:stCondLst>
                                    <p:cond delay="0"/>
                                  </p:stCondLst>
                                  <p:childTnLst>
                                    <p:set>
                                      <p:cBhvr>
                                        <p:cTn id="89" dur="1" fill="hold">
                                          <p:stCondLst>
                                            <p:cond delay="0"/>
                                          </p:stCondLst>
                                        </p:cTn>
                                        <p:tgtEl>
                                          <p:spTgt spid="3108"/>
                                        </p:tgtEl>
                                        <p:attrNameLst>
                                          <p:attrName>style.visibility</p:attrName>
                                        </p:attrNameLst>
                                      </p:cBhvr>
                                      <p:to>
                                        <p:strVal val="visible"/>
                                      </p:to>
                                    </p:set>
                                    <p:animEffect transition="in" filter="wipe(left)">
                                      <p:cBhvr>
                                        <p:cTn id="90" dur="1000"/>
                                        <p:tgtEl>
                                          <p:spTgt spid="3108"/>
                                        </p:tgtEl>
                                      </p:cBhvr>
                                    </p:animEffect>
                                  </p:childTnLst>
                                </p:cTn>
                              </p:par>
                              <p:par>
                                <p:cTn id="91" presetID="22" presetClass="entr" presetSubtype="8" fill="hold" nodeType="withEffect">
                                  <p:stCondLst>
                                    <p:cond delay="0"/>
                                  </p:stCondLst>
                                  <p:childTnLst>
                                    <p:set>
                                      <p:cBhvr>
                                        <p:cTn id="92" dur="1" fill="hold">
                                          <p:stCondLst>
                                            <p:cond delay="0"/>
                                          </p:stCondLst>
                                        </p:cTn>
                                        <p:tgtEl>
                                          <p:spTgt spid="3106"/>
                                        </p:tgtEl>
                                        <p:attrNameLst>
                                          <p:attrName>style.visibility</p:attrName>
                                        </p:attrNameLst>
                                      </p:cBhvr>
                                      <p:to>
                                        <p:strVal val="visible"/>
                                      </p:to>
                                    </p:set>
                                    <p:animEffect transition="in" filter="wipe(left)">
                                      <p:cBhvr>
                                        <p:cTn id="93" dur="1000"/>
                                        <p:tgtEl>
                                          <p:spTgt spid="3106"/>
                                        </p:tgtEl>
                                      </p:cBhvr>
                                    </p:animEffect>
                                  </p:childTnLst>
                                </p:cTn>
                              </p:par>
                              <p:par>
                                <p:cTn id="94" presetID="22" presetClass="entr" presetSubtype="4" fill="hold" nodeType="withEffect">
                                  <p:stCondLst>
                                    <p:cond delay="0"/>
                                  </p:stCondLst>
                                  <p:childTnLst>
                                    <p:set>
                                      <p:cBhvr>
                                        <p:cTn id="95" dur="1" fill="hold">
                                          <p:stCondLst>
                                            <p:cond delay="0"/>
                                          </p:stCondLst>
                                        </p:cTn>
                                        <p:tgtEl>
                                          <p:spTgt spid="3101"/>
                                        </p:tgtEl>
                                        <p:attrNameLst>
                                          <p:attrName>style.visibility</p:attrName>
                                        </p:attrNameLst>
                                      </p:cBhvr>
                                      <p:to>
                                        <p:strVal val="visible"/>
                                      </p:to>
                                    </p:set>
                                    <p:animEffect transition="in" filter="wipe(down)">
                                      <p:cBhvr>
                                        <p:cTn id="96" dur="1000"/>
                                        <p:tgtEl>
                                          <p:spTgt spid="3101"/>
                                        </p:tgtEl>
                                      </p:cBhvr>
                                    </p:animEffect>
                                  </p:childTnLst>
                                </p:cTn>
                              </p:par>
                              <p:par>
                                <p:cTn id="97" presetID="22" presetClass="entr" presetSubtype="4" fill="hold" nodeType="withEffect">
                                  <p:stCondLst>
                                    <p:cond delay="0"/>
                                  </p:stCondLst>
                                  <p:childTnLst>
                                    <p:set>
                                      <p:cBhvr>
                                        <p:cTn id="98" dur="1" fill="hold">
                                          <p:stCondLst>
                                            <p:cond delay="0"/>
                                          </p:stCondLst>
                                        </p:cTn>
                                        <p:tgtEl>
                                          <p:spTgt spid="3102"/>
                                        </p:tgtEl>
                                        <p:attrNameLst>
                                          <p:attrName>style.visibility</p:attrName>
                                        </p:attrNameLst>
                                      </p:cBhvr>
                                      <p:to>
                                        <p:strVal val="visible"/>
                                      </p:to>
                                    </p:set>
                                    <p:animEffect transition="in" filter="wipe(down)">
                                      <p:cBhvr>
                                        <p:cTn id="99" dur="1000"/>
                                        <p:tgtEl>
                                          <p:spTgt spid="3102"/>
                                        </p:tgtEl>
                                      </p:cBhvr>
                                    </p:animEffect>
                                  </p:childTnLst>
                                </p:cTn>
                              </p:par>
                              <p:par>
                                <p:cTn id="100" presetID="22" presetClass="entr" presetSubtype="8" fill="hold" nodeType="withEffect">
                                  <p:stCondLst>
                                    <p:cond delay="0"/>
                                  </p:stCondLst>
                                  <p:childTnLst>
                                    <p:set>
                                      <p:cBhvr>
                                        <p:cTn id="101" dur="1" fill="hold">
                                          <p:stCondLst>
                                            <p:cond delay="0"/>
                                          </p:stCondLst>
                                        </p:cTn>
                                        <p:tgtEl>
                                          <p:spTgt spid="3100"/>
                                        </p:tgtEl>
                                        <p:attrNameLst>
                                          <p:attrName>style.visibility</p:attrName>
                                        </p:attrNameLst>
                                      </p:cBhvr>
                                      <p:to>
                                        <p:strVal val="visible"/>
                                      </p:to>
                                    </p:set>
                                    <p:animEffect transition="in" filter="wipe(left)">
                                      <p:cBhvr>
                                        <p:cTn id="102" dur="1000"/>
                                        <p:tgtEl>
                                          <p:spTgt spid="3100"/>
                                        </p:tgtEl>
                                      </p:cBhvr>
                                    </p:animEffect>
                                  </p:childTnLst>
                                </p:cTn>
                              </p:par>
                              <p:par>
                                <p:cTn id="103" presetID="22" presetClass="entr" presetSubtype="4" fill="hold" nodeType="withEffect">
                                  <p:stCondLst>
                                    <p:cond delay="0"/>
                                  </p:stCondLst>
                                  <p:childTnLst>
                                    <p:set>
                                      <p:cBhvr>
                                        <p:cTn id="104" dur="1" fill="hold">
                                          <p:stCondLst>
                                            <p:cond delay="0"/>
                                          </p:stCondLst>
                                        </p:cTn>
                                        <p:tgtEl>
                                          <p:spTgt spid="3099"/>
                                        </p:tgtEl>
                                        <p:attrNameLst>
                                          <p:attrName>style.visibility</p:attrName>
                                        </p:attrNameLst>
                                      </p:cBhvr>
                                      <p:to>
                                        <p:strVal val="visible"/>
                                      </p:to>
                                    </p:set>
                                    <p:animEffect transition="in" filter="wipe(down)">
                                      <p:cBhvr>
                                        <p:cTn id="105" dur="1000"/>
                                        <p:tgtEl>
                                          <p:spTgt spid="3099"/>
                                        </p:tgtEl>
                                      </p:cBhvr>
                                    </p:animEffect>
                                  </p:childTnLst>
                                </p:cTn>
                              </p:par>
                              <p:par>
                                <p:cTn id="106" presetID="22" presetClass="entr" presetSubtype="1" fill="hold" nodeType="withEffect">
                                  <p:stCondLst>
                                    <p:cond delay="0"/>
                                  </p:stCondLst>
                                  <p:childTnLst>
                                    <p:set>
                                      <p:cBhvr>
                                        <p:cTn id="107" dur="1" fill="hold">
                                          <p:stCondLst>
                                            <p:cond delay="0"/>
                                          </p:stCondLst>
                                        </p:cTn>
                                        <p:tgtEl>
                                          <p:spTgt spid="3098"/>
                                        </p:tgtEl>
                                        <p:attrNameLst>
                                          <p:attrName>style.visibility</p:attrName>
                                        </p:attrNameLst>
                                      </p:cBhvr>
                                      <p:to>
                                        <p:strVal val="visible"/>
                                      </p:to>
                                    </p:set>
                                    <p:animEffect transition="in" filter="wipe(up)">
                                      <p:cBhvr>
                                        <p:cTn id="108" dur="1000"/>
                                        <p:tgtEl>
                                          <p:spTgt spid="3098"/>
                                        </p:tgtEl>
                                      </p:cBhvr>
                                    </p:animEffect>
                                  </p:childTnLst>
                                </p:cTn>
                              </p:par>
                              <p:par>
                                <p:cTn id="109" presetID="22" presetClass="entr" presetSubtype="1" fill="hold" nodeType="withEffect">
                                  <p:stCondLst>
                                    <p:cond delay="0"/>
                                  </p:stCondLst>
                                  <p:childTnLst>
                                    <p:set>
                                      <p:cBhvr>
                                        <p:cTn id="110" dur="1" fill="hold">
                                          <p:stCondLst>
                                            <p:cond delay="0"/>
                                          </p:stCondLst>
                                        </p:cTn>
                                        <p:tgtEl>
                                          <p:spTgt spid="3095"/>
                                        </p:tgtEl>
                                        <p:attrNameLst>
                                          <p:attrName>style.visibility</p:attrName>
                                        </p:attrNameLst>
                                      </p:cBhvr>
                                      <p:to>
                                        <p:strVal val="visible"/>
                                      </p:to>
                                    </p:set>
                                    <p:animEffect transition="in" filter="wipe(up)">
                                      <p:cBhvr>
                                        <p:cTn id="111" dur="1000"/>
                                        <p:tgtEl>
                                          <p:spTgt spid="3095"/>
                                        </p:tgtEl>
                                      </p:cBhvr>
                                    </p:animEffect>
                                  </p:childTnLst>
                                </p:cTn>
                              </p:par>
                              <p:par>
                                <p:cTn id="112" presetID="22" presetClass="entr" presetSubtype="1" fill="hold" nodeType="withEffect">
                                  <p:stCondLst>
                                    <p:cond delay="0"/>
                                  </p:stCondLst>
                                  <p:childTnLst>
                                    <p:set>
                                      <p:cBhvr>
                                        <p:cTn id="113" dur="1" fill="hold">
                                          <p:stCondLst>
                                            <p:cond delay="0"/>
                                          </p:stCondLst>
                                        </p:cTn>
                                        <p:tgtEl>
                                          <p:spTgt spid="3089"/>
                                        </p:tgtEl>
                                        <p:attrNameLst>
                                          <p:attrName>style.visibility</p:attrName>
                                        </p:attrNameLst>
                                      </p:cBhvr>
                                      <p:to>
                                        <p:strVal val="visible"/>
                                      </p:to>
                                    </p:set>
                                    <p:animEffect transition="in" filter="wipe(up)">
                                      <p:cBhvr>
                                        <p:cTn id="114" dur="1000"/>
                                        <p:tgtEl>
                                          <p:spTgt spid="3089"/>
                                        </p:tgtEl>
                                      </p:cBhvr>
                                    </p:animEffect>
                                  </p:childTnLst>
                                </p:cTn>
                              </p:par>
                              <p:par>
                                <p:cTn id="115" presetID="22" presetClass="entr" presetSubtype="4" fill="hold" nodeType="withEffect">
                                  <p:stCondLst>
                                    <p:cond delay="0"/>
                                  </p:stCondLst>
                                  <p:childTnLst>
                                    <p:set>
                                      <p:cBhvr>
                                        <p:cTn id="116" dur="1" fill="hold">
                                          <p:stCondLst>
                                            <p:cond delay="0"/>
                                          </p:stCondLst>
                                        </p:cTn>
                                        <p:tgtEl>
                                          <p:spTgt spid="3096"/>
                                        </p:tgtEl>
                                        <p:attrNameLst>
                                          <p:attrName>style.visibility</p:attrName>
                                        </p:attrNameLst>
                                      </p:cBhvr>
                                      <p:to>
                                        <p:strVal val="visible"/>
                                      </p:to>
                                    </p:set>
                                    <p:animEffect transition="in" filter="wipe(down)">
                                      <p:cBhvr>
                                        <p:cTn id="117" dur="1000"/>
                                        <p:tgtEl>
                                          <p:spTgt spid="3096"/>
                                        </p:tgtEl>
                                      </p:cBhvr>
                                    </p:animEffect>
                                  </p:childTnLst>
                                </p:cTn>
                              </p:par>
                            </p:childTnLst>
                          </p:cTn>
                        </p:par>
                        <p:par>
                          <p:cTn id="118" fill="hold" nodeType="afterGroup">
                            <p:stCondLst>
                              <p:cond delay="4000"/>
                            </p:stCondLst>
                            <p:childTnLst>
                              <p:par>
                                <p:cTn id="119" presetID="22" presetClass="entr" presetSubtype="1" fill="hold" nodeType="afterEffect">
                                  <p:stCondLst>
                                    <p:cond delay="0"/>
                                  </p:stCondLst>
                                  <p:childTnLst>
                                    <p:set>
                                      <p:cBhvr>
                                        <p:cTn id="120" dur="1" fill="hold">
                                          <p:stCondLst>
                                            <p:cond delay="0"/>
                                          </p:stCondLst>
                                        </p:cTn>
                                        <p:tgtEl>
                                          <p:spTgt spid="3116"/>
                                        </p:tgtEl>
                                        <p:attrNameLst>
                                          <p:attrName>style.visibility</p:attrName>
                                        </p:attrNameLst>
                                      </p:cBhvr>
                                      <p:to>
                                        <p:strVal val="visible"/>
                                      </p:to>
                                    </p:set>
                                    <p:animEffect transition="in" filter="wipe(up)">
                                      <p:cBhvr>
                                        <p:cTn id="121" dur="1000"/>
                                        <p:tgtEl>
                                          <p:spTgt spid="3116"/>
                                        </p:tgtEl>
                                      </p:cBhvr>
                                    </p:animEffect>
                                  </p:childTnLst>
                                </p:cTn>
                              </p:par>
                              <p:par>
                                <p:cTn id="122" presetID="22" presetClass="entr" presetSubtype="1" fill="hold" nodeType="withEffect">
                                  <p:stCondLst>
                                    <p:cond delay="0"/>
                                  </p:stCondLst>
                                  <p:childTnLst>
                                    <p:set>
                                      <p:cBhvr>
                                        <p:cTn id="123" dur="1" fill="hold">
                                          <p:stCondLst>
                                            <p:cond delay="0"/>
                                          </p:stCondLst>
                                        </p:cTn>
                                        <p:tgtEl>
                                          <p:spTgt spid="3112"/>
                                        </p:tgtEl>
                                        <p:attrNameLst>
                                          <p:attrName>style.visibility</p:attrName>
                                        </p:attrNameLst>
                                      </p:cBhvr>
                                      <p:to>
                                        <p:strVal val="visible"/>
                                      </p:to>
                                    </p:set>
                                    <p:animEffect transition="in" filter="wipe(up)">
                                      <p:cBhvr>
                                        <p:cTn id="124" dur="1000"/>
                                        <p:tgtEl>
                                          <p:spTgt spid="3112"/>
                                        </p:tgtEl>
                                      </p:cBhvr>
                                    </p:animEffect>
                                  </p:childTnLst>
                                </p:cTn>
                              </p:par>
                              <p:par>
                                <p:cTn id="125" presetID="22" presetClass="entr" presetSubtype="1" fill="hold" nodeType="withEffect">
                                  <p:stCondLst>
                                    <p:cond delay="0"/>
                                  </p:stCondLst>
                                  <p:childTnLst>
                                    <p:set>
                                      <p:cBhvr>
                                        <p:cTn id="126" dur="1" fill="hold">
                                          <p:stCondLst>
                                            <p:cond delay="0"/>
                                          </p:stCondLst>
                                        </p:cTn>
                                        <p:tgtEl>
                                          <p:spTgt spid="3111"/>
                                        </p:tgtEl>
                                        <p:attrNameLst>
                                          <p:attrName>style.visibility</p:attrName>
                                        </p:attrNameLst>
                                      </p:cBhvr>
                                      <p:to>
                                        <p:strVal val="visible"/>
                                      </p:to>
                                    </p:set>
                                    <p:animEffect transition="in" filter="wipe(up)">
                                      <p:cBhvr>
                                        <p:cTn id="127" dur="1000"/>
                                        <p:tgtEl>
                                          <p:spTgt spid="3111"/>
                                        </p:tgtEl>
                                      </p:cBhvr>
                                    </p:animEffect>
                                  </p:childTnLst>
                                </p:cTn>
                              </p:par>
                              <p:par>
                                <p:cTn id="128" presetID="22" presetClass="entr" presetSubtype="1" fill="hold" nodeType="withEffect">
                                  <p:stCondLst>
                                    <p:cond delay="0"/>
                                  </p:stCondLst>
                                  <p:childTnLst>
                                    <p:set>
                                      <p:cBhvr>
                                        <p:cTn id="129" dur="1" fill="hold">
                                          <p:stCondLst>
                                            <p:cond delay="0"/>
                                          </p:stCondLst>
                                        </p:cTn>
                                        <p:tgtEl>
                                          <p:spTgt spid="3113"/>
                                        </p:tgtEl>
                                        <p:attrNameLst>
                                          <p:attrName>style.visibility</p:attrName>
                                        </p:attrNameLst>
                                      </p:cBhvr>
                                      <p:to>
                                        <p:strVal val="visible"/>
                                      </p:to>
                                    </p:set>
                                    <p:animEffect transition="in" filter="wipe(up)">
                                      <p:cBhvr>
                                        <p:cTn id="130" dur="1000"/>
                                        <p:tgtEl>
                                          <p:spTgt spid="3113"/>
                                        </p:tgtEl>
                                      </p:cBhvr>
                                    </p:animEffect>
                                  </p:childTnLst>
                                </p:cTn>
                              </p:par>
                              <p:par>
                                <p:cTn id="131" presetID="22" presetClass="entr" presetSubtype="4" fill="hold" nodeType="withEffect">
                                  <p:stCondLst>
                                    <p:cond delay="0"/>
                                  </p:stCondLst>
                                  <p:childTnLst>
                                    <p:set>
                                      <p:cBhvr>
                                        <p:cTn id="132" dur="1" fill="hold">
                                          <p:stCondLst>
                                            <p:cond delay="0"/>
                                          </p:stCondLst>
                                        </p:cTn>
                                        <p:tgtEl>
                                          <p:spTgt spid="3114"/>
                                        </p:tgtEl>
                                        <p:attrNameLst>
                                          <p:attrName>style.visibility</p:attrName>
                                        </p:attrNameLst>
                                      </p:cBhvr>
                                      <p:to>
                                        <p:strVal val="visible"/>
                                      </p:to>
                                    </p:set>
                                    <p:animEffect transition="in" filter="wipe(down)">
                                      <p:cBhvr>
                                        <p:cTn id="133" dur="1000"/>
                                        <p:tgtEl>
                                          <p:spTgt spid="3114"/>
                                        </p:tgtEl>
                                      </p:cBhvr>
                                    </p:animEffect>
                                  </p:childTnLst>
                                </p:cTn>
                              </p:par>
                              <p:par>
                                <p:cTn id="134" presetID="22" presetClass="entr" presetSubtype="1" fill="hold" nodeType="withEffect">
                                  <p:stCondLst>
                                    <p:cond delay="0"/>
                                  </p:stCondLst>
                                  <p:childTnLst>
                                    <p:set>
                                      <p:cBhvr>
                                        <p:cTn id="135" dur="1" fill="hold">
                                          <p:stCondLst>
                                            <p:cond delay="0"/>
                                          </p:stCondLst>
                                        </p:cTn>
                                        <p:tgtEl>
                                          <p:spTgt spid="3125"/>
                                        </p:tgtEl>
                                        <p:attrNameLst>
                                          <p:attrName>style.visibility</p:attrName>
                                        </p:attrNameLst>
                                      </p:cBhvr>
                                      <p:to>
                                        <p:strVal val="visible"/>
                                      </p:to>
                                    </p:set>
                                    <p:animEffect transition="in" filter="wipe(up)">
                                      <p:cBhvr>
                                        <p:cTn id="136" dur="1000"/>
                                        <p:tgtEl>
                                          <p:spTgt spid="3125"/>
                                        </p:tgtEl>
                                      </p:cBhvr>
                                    </p:animEffect>
                                  </p:childTnLst>
                                </p:cTn>
                              </p:par>
                              <p:par>
                                <p:cTn id="137" presetID="22" presetClass="entr" presetSubtype="4" fill="hold" nodeType="withEffect">
                                  <p:stCondLst>
                                    <p:cond delay="0"/>
                                  </p:stCondLst>
                                  <p:childTnLst>
                                    <p:set>
                                      <p:cBhvr>
                                        <p:cTn id="138" dur="1" fill="hold">
                                          <p:stCondLst>
                                            <p:cond delay="0"/>
                                          </p:stCondLst>
                                        </p:cTn>
                                        <p:tgtEl>
                                          <p:spTgt spid="3124"/>
                                        </p:tgtEl>
                                        <p:attrNameLst>
                                          <p:attrName>style.visibility</p:attrName>
                                        </p:attrNameLst>
                                      </p:cBhvr>
                                      <p:to>
                                        <p:strVal val="visible"/>
                                      </p:to>
                                    </p:set>
                                    <p:animEffect transition="in" filter="wipe(down)">
                                      <p:cBhvr>
                                        <p:cTn id="139" dur="1000"/>
                                        <p:tgtEl>
                                          <p:spTgt spid="3124"/>
                                        </p:tgtEl>
                                      </p:cBhvr>
                                    </p:animEffect>
                                  </p:childTnLst>
                                </p:cTn>
                              </p:par>
                              <p:par>
                                <p:cTn id="140" presetID="22" presetClass="entr" presetSubtype="4" fill="hold" nodeType="withEffect">
                                  <p:stCondLst>
                                    <p:cond delay="0"/>
                                  </p:stCondLst>
                                  <p:childTnLst>
                                    <p:set>
                                      <p:cBhvr>
                                        <p:cTn id="141" dur="1" fill="hold">
                                          <p:stCondLst>
                                            <p:cond delay="0"/>
                                          </p:stCondLst>
                                        </p:cTn>
                                        <p:tgtEl>
                                          <p:spTgt spid="3126"/>
                                        </p:tgtEl>
                                        <p:attrNameLst>
                                          <p:attrName>style.visibility</p:attrName>
                                        </p:attrNameLst>
                                      </p:cBhvr>
                                      <p:to>
                                        <p:strVal val="visible"/>
                                      </p:to>
                                    </p:set>
                                    <p:animEffect transition="in" filter="wipe(down)">
                                      <p:cBhvr>
                                        <p:cTn id="142" dur="1000"/>
                                        <p:tgtEl>
                                          <p:spTgt spid="3126"/>
                                        </p:tgtEl>
                                      </p:cBhvr>
                                    </p:animEffect>
                                  </p:childTnLst>
                                </p:cTn>
                              </p:par>
                              <p:par>
                                <p:cTn id="143" presetID="22" presetClass="entr" presetSubtype="4" fill="hold" nodeType="withEffect">
                                  <p:stCondLst>
                                    <p:cond delay="0"/>
                                  </p:stCondLst>
                                  <p:childTnLst>
                                    <p:set>
                                      <p:cBhvr>
                                        <p:cTn id="144" dur="1" fill="hold">
                                          <p:stCondLst>
                                            <p:cond delay="0"/>
                                          </p:stCondLst>
                                        </p:cTn>
                                        <p:tgtEl>
                                          <p:spTgt spid="3123"/>
                                        </p:tgtEl>
                                        <p:attrNameLst>
                                          <p:attrName>style.visibility</p:attrName>
                                        </p:attrNameLst>
                                      </p:cBhvr>
                                      <p:to>
                                        <p:strVal val="visible"/>
                                      </p:to>
                                    </p:set>
                                    <p:animEffect transition="in" filter="wipe(down)">
                                      <p:cBhvr>
                                        <p:cTn id="145" dur="1000"/>
                                        <p:tgtEl>
                                          <p:spTgt spid="3123"/>
                                        </p:tgtEl>
                                      </p:cBhvr>
                                    </p:animEffect>
                                  </p:childTnLst>
                                </p:cTn>
                              </p:par>
                              <p:par>
                                <p:cTn id="146" presetID="22" presetClass="entr" presetSubtype="4" fill="hold" nodeType="withEffect">
                                  <p:stCondLst>
                                    <p:cond delay="0"/>
                                  </p:stCondLst>
                                  <p:childTnLst>
                                    <p:set>
                                      <p:cBhvr>
                                        <p:cTn id="147" dur="1" fill="hold">
                                          <p:stCondLst>
                                            <p:cond delay="0"/>
                                          </p:stCondLst>
                                        </p:cTn>
                                        <p:tgtEl>
                                          <p:spTgt spid="3122"/>
                                        </p:tgtEl>
                                        <p:attrNameLst>
                                          <p:attrName>style.visibility</p:attrName>
                                        </p:attrNameLst>
                                      </p:cBhvr>
                                      <p:to>
                                        <p:strVal val="visible"/>
                                      </p:to>
                                    </p:set>
                                    <p:animEffect transition="in" filter="wipe(down)">
                                      <p:cBhvr>
                                        <p:cTn id="148" dur="1000"/>
                                        <p:tgtEl>
                                          <p:spTgt spid="3122"/>
                                        </p:tgtEl>
                                      </p:cBhvr>
                                    </p:animEffect>
                                  </p:childTnLst>
                                </p:cTn>
                              </p:par>
                              <p:par>
                                <p:cTn id="149" presetID="22" presetClass="entr" presetSubtype="1" fill="hold" nodeType="withEffect">
                                  <p:stCondLst>
                                    <p:cond delay="0"/>
                                  </p:stCondLst>
                                  <p:childTnLst>
                                    <p:set>
                                      <p:cBhvr>
                                        <p:cTn id="150" dur="1" fill="hold">
                                          <p:stCondLst>
                                            <p:cond delay="0"/>
                                          </p:stCondLst>
                                        </p:cTn>
                                        <p:tgtEl>
                                          <p:spTgt spid="3121"/>
                                        </p:tgtEl>
                                        <p:attrNameLst>
                                          <p:attrName>style.visibility</p:attrName>
                                        </p:attrNameLst>
                                      </p:cBhvr>
                                      <p:to>
                                        <p:strVal val="visible"/>
                                      </p:to>
                                    </p:set>
                                    <p:animEffect transition="in" filter="wipe(up)">
                                      <p:cBhvr>
                                        <p:cTn id="151" dur="1000"/>
                                        <p:tgtEl>
                                          <p:spTgt spid="3121"/>
                                        </p:tgtEl>
                                      </p:cBhvr>
                                    </p:animEffect>
                                  </p:childTnLst>
                                </p:cTn>
                              </p:par>
                              <p:par>
                                <p:cTn id="152" presetID="22" presetClass="entr" presetSubtype="4" fill="hold" nodeType="withEffect">
                                  <p:stCondLst>
                                    <p:cond delay="0"/>
                                  </p:stCondLst>
                                  <p:childTnLst>
                                    <p:set>
                                      <p:cBhvr>
                                        <p:cTn id="153" dur="1" fill="hold">
                                          <p:stCondLst>
                                            <p:cond delay="0"/>
                                          </p:stCondLst>
                                        </p:cTn>
                                        <p:tgtEl>
                                          <p:spTgt spid="3120"/>
                                        </p:tgtEl>
                                        <p:attrNameLst>
                                          <p:attrName>style.visibility</p:attrName>
                                        </p:attrNameLst>
                                      </p:cBhvr>
                                      <p:to>
                                        <p:strVal val="visible"/>
                                      </p:to>
                                    </p:set>
                                    <p:animEffect transition="in" filter="wipe(down)">
                                      <p:cBhvr>
                                        <p:cTn id="154" dur="1000"/>
                                        <p:tgtEl>
                                          <p:spTgt spid="3120"/>
                                        </p:tgtEl>
                                      </p:cBhvr>
                                    </p:animEffect>
                                  </p:childTnLst>
                                </p:cTn>
                              </p:par>
                              <p:par>
                                <p:cTn id="155" presetID="22" presetClass="entr" presetSubtype="4" fill="hold" nodeType="withEffect">
                                  <p:stCondLst>
                                    <p:cond delay="0"/>
                                  </p:stCondLst>
                                  <p:childTnLst>
                                    <p:set>
                                      <p:cBhvr>
                                        <p:cTn id="156" dur="1" fill="hold">
                                          <p:stCondLst>
                                            <p:cond delay="0"/>
                                          </p:stCondLst>
                                        </p:cTn>
                                        <p:tgtEl>
                                          <p:spTgt spid="3119"/>
                                        </p:tgtEl>
                                        <p:attrNameLst>
                                          <p:attrName>style.visibility</p:attrName>
                                        </p:attrNameLst>
                                      </p:cBhvr>
                                      <p:to>
                                        <p:strVal val="visible"/>
                                      </p:to>
                                    </p:set>
                                    <p:animEffect transition="in" filter="wipe(down)">
                                      <p:cBhvr>
                                        <p:cTn id="157" dur="1000"/>
                                        <p:tgtEl>
                                          <p:spTgt spid="3119"/>
                                        </p:tgtEl>
                                      </p:cBhvr>
                                    </p:animEffect>
                                  </p:childTnLst>
                                </p:cTn>
                              </p:par>
                              <p:par>
                                <p:cTn id="158" presetID="22" presetClass="entr" presetSubtype="4" fill="hold" nodeType="withEffect">
                                  <p:stCondLst>
                                    <p:cond delay="0"/>
                                  </p:stCondLst>
                                  <p:childTnLst>
                                    <p:set>
                                      <p:cBhvr>
                                        <p:cTn id="159" dur="1" fill="hold">
                                          <p:stCondLst>
                                            <p:cond delay="0"/>
                                          </p:stCondLst>
                                        </p:cTn>
                                        <p:tgtEl>
                                          <p:spTgt spid="3117"/>
                                        </p:tgtEl>
                                        <p:attrNameLst>
                                          <p:attrName>style.visibility</p:attrName>
                                        </p:attrNameLst>
                                      </p:cBhvr>
                                      <p:to>
                                        <p:strVal val="visible"/>
                                      </p:to>
                                    </p:set>
                                    <p:animEffect transition="in" filter="wipe(down)">
                                      <p:cBhvr>
                                        <p:cTn id="160" dur="1000"/>
                                        <p:tgtEl>
                                          <p:spTgt spid="3117"/>
                                        </p:tgtEl>
                                      </p:cBhvr>
                                    </p:animEffect>
                                  </p:childTnLst>
                                </p:cTn>
                              </p:par>
                              <p:par>
                                <p:cTn id="161" presetID="22" presetClass="entr" presetSubtype="1" fill="hold" nodeType="withEffect">
                                  <p:stCondLst>
                                    <p:cond delay="0"/>
                                  </p:stCondLst>
                                  <p:childTnLst>
                                    <p:set>
                                      <p:cBhvr>
                                        <p:cTn id="162" dur="1" fill="hold">
                                          <p:stCondLst>
                                            <p:cond delay="0"/>
                                          </p:stCondLst>
                                        </p:cTn>
                                        <p:tgtEl>
                                          <p:spTgt spid="3115"/>
                                        </p:tgtEl>
                                        <p:attrNameLst>
                                          <p:attrName>style.visibility</p:attrName>
                                        </p:attrNameLst>
                                      </p:cBhvr>
                                      <p:to>
                                        <p:strVal val="visible"/>
                                      </p:to>
                                    </p:set>
                                    <p:animEffect transition="in" filter="wipe(up)">
                                      <p:cBhvr>
                                        <p:cTn id="163" dur="1000"/>
                                        <p:tgtEl>
                                          <p:spTgt spid="3115"/>
                                        </p:tgtEl>
                                      </p:cBhvr>
                                    </p:animEffect>
                                  </p:childTnLst>
                                </p:cTn>
                              </p:par>
                              <p:par>
                                <p:cTn id="164" presetID="22" presetClass="entr" presetSubtype="1" fill="hold" nodeType="withEffect">
                                  <p:stCondLst>
                                    <p:cond delay="0"/>
                                  </p:stCondLst>
                                  <p:childTnLst>
                                    <p:set>
                                      <p:cBhvr>
                                        <p:cTn id="165" dur="1" fill="hold">
                                          <p:stCondLst>
                                            <p:cond delay="0"/>
                                          </p:stCondLst>
                                        </p:cTn>
                                        <p:tgtEl>
                                          <p:spTgt spid="3118"/>
                                        </p:tgtEl>
                                        <p:attrNameLst>
                                          <p:attrName>style.visibility</p:attrName>
                                        </p:attrNameLst>
                                      </p:cBhvr>
                                      <p:to>
                                        <p:strVal val="visible"/>
                                      </p:to>
                                    </p:set>
                                    <p:animEffect transition="in" filter="wipe(up)">
                                      <p:cBhvr>
                                        <p:cTn id="166" dur="1000"/>
                                        <p:tgtEl>
                                          <p:spTgt spid="3118"/>
                                        </p:tgtEl>
                                      </p:cBhvr>
                                    </p:animEffect>
                                  </p:childTnLst>
                                </p:cTn>
                              </p:par>
                            </p:childTnLst>
                          </p:cTn>
                        </p:par>
                        <p:par>
                          <p:cTn id="167" fill="hold" nodeType="afterGroup">
                            <p:stCondLst>
                              <p:cond delay="5000"/>
                            </p:stCondLst>
                            <p:childTnLst>
                              <p:par>
                                <p:cTn id="168" presetID="22" presetClass="entr" presetSubtype="8" fill="hold" nodeType="afterEffect">
                                  <p:stCondLst>
                                    <p:cond delay="0"/>
                                  </p:stCondLst>
                                  <p:childTnLst>
                                    <p:set>
                                      <p:cBhvr>
                                        <p:cTn id="169" dur="1" fill="hold">
                                          <p:stCondLst>
                                            <p:cond delay="0"/>
                                          </p:stCondLst>
                                        </p:cTn>
                                        <p:tgtEl>
                                          <p:spTgt spid="3127"/>
                                        </p:tgtEl>
                                        <p:attrNameLst>
                                          <p:attrName>style.visibility</p:attrName>
                                        </p:attrNameLst>
                                      </p:cBhvr>
                                      <p:to>
                                        <p:strVal val="visible"/>
                                      </p:to>
                                    </p:set>
                                    <p:animEffect transition="in" filter="wipe(left)">
                                      <p:cBhvr>
                                        <p:cTn id="170" dur="1000"/>
                                        <p:tgtEl>
                                          <p:spTgt spid="3127"/>
                                        </p:tgtEl>
                                      </p:cBhvr>
                                    </p:animEffect>
                                  </p:childTnLst>
                                </p:cTn>
                              </p:par>
                              <p:par>
                                <p:cTn id="171" presetID="22" presetClass="entr" presetSubtype="2" fill="hold" nodeType="withEffect">
                                  <p:stCondLst>
                                    <p:cond delay="0"/>
                                  </p:stCondLst>
                                  <p:childTnLst>
                                    <p:set>
                                      <p:cBhvr>
                                        <p:cTn id="172" dur="1" fill="hold">
                                          <p:stCondLst>
                                            <p:cond delay="0"/>
                                          </p:stCondLst>
                                        </p:cTn>
                                        <p:tgtEl>
                                          <p:spTgt spid="3130"/>
                                        </p:tgtEl>
                                        <p:attrNameLst>
                                          <p:attrName>style.visibility</p:attrName>
                                        </p:attrNameLst>
                                      </p:cBhvr>
                                      <p:to>
                                        <p:strVal val="visible"/>
                                      </p:to>
                                    </p:set>
                                    <p:animEffect transition="in" filter="wipe(right)">
                                      <p:cBhvr>
                                        <p:cTn id="173" dur="1000"/>
                                        <p:tgtEl>
                                          <p:spTgt spid="3130"/>
                                        </p:tgtEl>
                                      </p:cBhvr>
                                    </p:animEffect>
                                  </p:childTnLst>
                                </p:cTn>
                              </p:par>
                              <p:par>
                                <p:cTn id="174" presetID="22" presetClass="entr" presetSubtype="1" fill="hold" nodeType="withEffect">
                                  <p:stCondLst>
                                    <p:cond delay="0"/>
                                  </p:stCondLst>
                                  <p:childTnLst>
                                    <p:set>
                                      <p:cBhvr>
                                        <p:cTn id="175" dur="1" fill="hold">
                                          <p:stCondLst>
                                            <p:cond delay="0"/>
                                          </p:stCondLst>
                                        </p:cTn>
                                        <p:tgtEl>
                                          <p:spTgt spid="3128"/>
                                        </p:tgtEl>
                                        <p:attrNameLst>
                                          <p:attrName>style.visibility</p:attrName>
                                        </p:attrNameLst>
                                      </p:cBhvr>
                                      <p:to>
                                        <p:strVal val="visible"/>
                                      </p:to>
                                    </p:set>
                                    <p:animEffect transition="in" filter="wipe(up)">
                                      <p:cBhvr>
                                        <p:cTn id="176" dur="1000"/>
                                        <p:tgtEl>
                                          <p:spTgt spid="3128"/>
                                        </p:tgtEl>
                                      </p:cBhvr>
                                    </p:animEffect>
                                  </p:childTnLst>
                                </p:cTn>
                              </p:par>
                              <p:par>
                                <p:cTn id="177" presetID="22" presetClass="entr" presetSubtype="1" fill="hold" nodeType="withEffect">
                                  <p:stCondLst>
                                    <p:cond delay="0"/>
                                  </p:stCondLst>
                                  <p:childTnLst>
                                    <p:set>
                                      <p:cBhvr>
                                        <p:cTn id="178" dur="1" fill="hold">
                                          <p:stCondLst>
                                            <p:cond delay="0"/>
                                          </p:stCondLst>
                                        </p:cTn>
                                        <p:tgtEl>
                                          <p:spTgt spid="3129"/>
                                        </p:tgtEl>
                                        <p:attrNameLst>
                                          <p:attrName>style.visibility</p:attrName>
                                        </p:attrNameLst>
                                      </p:cBhvr>
                                      <p:to>
                                        <p:strVal val="visible"/>
                                      </p:to>
                                    </p:set>
                                    <p:animEffect transition="in" filter="wipe(up)">
                                      <p:cBhvr>
                                        <p:cTn id="179" dur="1000"/>
                                        <p:tgtEl>
                                          <p:spTgt spid="3129"/>
                                        </p:tgtEl>
                                      </p:cBhvr>
                                    </p:animEffect>
                                  </p:childTnLst>
                                </p:cTn>
                              </p:par>
                              <p:par>
                                <p:cTn id="180" presetID="22" presetClass="entr" presetSubtype="4" fill="hold" nodeType="withEffect">
                                  <p:stCondLst>
                                    <p:cond delay="0"/>
                                  </p:stCondLst>
                                  <p:childTnLst>
                                    <p:set>
                                      <p:cBhvr>
                                        <p:cTn id="181" dur="1" fill="hold">
                                          <p:stCondLst>
                                            <p:cond delay="0"/>
                                          </p:stCondLst>
                                        </p:cTn>
                                        <p:tgtEl>
                                          <p:spTgt spid="3131"/>
                                        </p:tgtEl>
                                        <p:attrNameLst>
                                          <p:attrName>style.visibility</p:attrName>
                                        </p:attrNameLst>
                                      </p:cBhvr>
                                      <p:to>
                                        <p:strVal val="visible"/>
                                      </p:to>
                                    </p:set>
                                    <p:animEffect transition="in" filter="wipe(down)">
                                      <p:cBhvr>
                                        <p:cTn id="182" dur="1000"/>
                                        <p:tgtEl>
                                          <p:spTgt spid="3131"/>
                                        </p:tgtEl>
                                      </p:cBhvr>
                                    </p:animEffect>
                                  </p:childTnLst>
                                </p:cTn>
                              </p:par>
                              <p:par>
                                <p:cTn id="183" presetID="22" presetClass="entr" presetSubtype="4" fill="hold" nodeType="withEffect">
                                  <p:stCondLst>
                                    <p:cond delay="0"/>
                                  </p:stCondLst>
                                  <p:childTnLst>
                                    <p:set>
                                      <p:cBhvr>
                                        <p:cTn id="184" dur="1" fill="hold">
                                          <p:stCondLst>
                                            <p:cond delay="0"/>
                                          </p:stCondLst>
                                        </p:cTn>
                                        <p:tgtEl>
                                          <p:spTgt spid="3132"/>
                                        </p:tgtEl>
                                        <p:attrNameLst>
                                          <p:attrName>style.visibility</p:attrName>
                                        </p:attrNameLst>
                                      </p:cBhvr>
                                      <p:to>
                                        <p:strVal val="visible"/>
                                      </p:to>
                                    </p:set>
                                    <p:animEffect transition="in" filter="wipe(down)">
                                      <p:cBhvr>
                                        <p:cTn id="185" dur="1000"/>
                                        <p:tgtEl>
                                          <p:spTgt spid="3132"/>
                                        </p:tgtEl>
                                      </p:cBhvr>
                                    </p:animEffect>
                                  </p:childTnLst>
                                </p:cTn>
                              </p:par>
                              <p:par>
                                <p:cTn id="186" presetID="22" presetClass="entr" presetSubtype="8" fill="hold" nodeType="withEffect">
                                  <p:stCondLst>
                                    <p:cond delay="0"/>
                                  </p:stCondLst>
                                  <p:childTnLst>
                                    <p:set>
                                      <p:cBhvr>
                                        <p:cTn id="187" dur="1" fill="hold">
                                          <p:stCondLst>
                                            <p:cond delay="0"/>
                                          </p:stCondLst>
                                        </p:cTn>
                                        <p:tgtEl>
                                          <p:spTgt spid="3133"/>
                                        </p:tgtEl>
                                        <p:attrNameLst>
                                          <p:attrName>style.visibility</p:attrName>
                                        </p:attrNameLst>
                                      </p:cBhvr>
                                      <p:to>
                                        <p:strVal val="visible"/>
                                      </p:to>
                                    </p:set>
                                    <p:animEffect transition="in" filter="wipe(left)">
                                      <p:cBhvr>
                                        <p:cTn id="188" dur="1000"/>
                                        <p:tgtEl>
                                          <p:spTgt spid="3133"/>
                                        </p:tgtEl>
                                      </p:cBhvr>
                                    </p:animEffect>
                                  </p:childTnLst>
                                </p:cTn>
                              </p:par>
                              <p:par>
                                <p:cTn id="189" presetID="22" presetClass="entr" presetSubtype="2" fill="hold" nodeType="withEffect">
                                  <p:stCondLst>
                                    <p:cond delay="0"/>
                                  </p:stCondLst>
                                  <p:childTnLst>
                                    <p:set>
                                      <p:cBhvr>
                                        <p:cTn id="190" dur="1" fill="hold">
                                          <p:stCondLst>
                                            <p:cond delay="0"/>
                                          </p:stCondLst>
                                        </p:cTn>
                                        <p:tgtEl>
                                          <p:spTgt spid="3134"/>
                                        </p:tgtEl>
                                        <p:attrNameLst>
                                          <p:attrName>style.visibility</p:attrName>
                                        </p:attrNameLst>
                                      </p:cBhvr>
                                      <p:to>
                                        <p:strVal val="visible"/>
                                      </p:to>
                                    </p:set>
                                    <p:animEffect transition="in" filter="wipe(right)">
                                      <p:cBhvr>
                                        <p:cTn id="191" dur="1000"/>
                                        <p:tgtEl>
                                          <p:spTgt spid="3134"/>
                                        </p:tgtEl>
                                      </p:cBhvr>
                                    </p:animEffect>
                                  </p:childTnLst>
                                </p:cTn>
                              </p:par>
                            </p:childTnLst>
                          </p:cTn>
                        </p:par>
                        <p:par>
                          <p:cTn id="192" fill="hold" nodeType="afterGroup">
                            <p:stCondLst>
                              <p:cond delay="6000"/>
                            </p:stCondLst>
                            <p:childTnLst>
                              <p:par>
                                <p:cTn id="193" presetID="23" presetClass="entr" presetSubtype="16" fill="hold" nodeType="afterEffect">
                                  <p:stCondLst>
                                    <p:cond delay="500"/>
                                  </p:stCondLst>
                                  <p:childTnLst>
                                    <p:set>
                                      <p:cBhvr>
                                        <p:cTn id="194" dur="1" fill="hold">
                                          <p:stCondLst>
                                            <p:cond delay="0"/>
                                          </p:stCondLst>
                                        </p:cTn>
                                        <p:tgtEl>
                                          <p:spTgt spid="2"/>
                                        </p:tgtEl>
                                        <p:attrNameLst>
                                          <p:attrName>style.visibility</p:attrName>
                                        </p:attrNameLst>
                                      </p:cBhvr>
                                      <p:to>
                                        <p:strVal val="visible"/>
                                      </p:to>
                                    </p:set>
                                    <p:anim calcmode="lin" valueType="num">
                                      <p:cBhvr>
                                        <p:cTn id="195" dur="1000" fill="hold"/>
                                        <p:tgtEl>
                                          <p:spTgt spid="2"/>
                                        </p:tgtEl>
                                        <p:attrNameLst>
                                          <p:attrName>ppt_w</p:attrName>
                                        </p:attrNameLst>
                                      </p:cBhvr>
                                      <p:tavLst>
                                        <p:tav tm="0">
                                          <p:val>
                                            <p:fltVal val="0"/>
                                          </p:val>
                                        </p:tav>
                                        <p:tav tm="100000">
                                          <p:val>
                                            <p:strVal val="#ppt_w"/>
                                          </p:val>
                                        </p:tav>
                                      </p:tavLst>
                                    </p:anim>
                                    <p:anim calcmode="lin" valueType="num">
                                      <p:cBhvr>
                                        <p:cTn id="196" dur="10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
          <p:cNvPicPr>
            <a:picLocks noChangeAspect="1" noChangeArrowheads="1"/>
          </p:cNvPicPr>
          <p:nvPr/>
        </p:nvPicPr>
        <p:blipFill>
          <a:blip r:embed="rId2" cstate="email"/>
          <a:srcRect/>
          <a:stretch>
            <a:fillRect/>
          </a:stretch>
        </p:blipFill>
        <p:spPr bwMode="auto">
          <a:xfrm>
            <a:off x="0" y="-12700"/>
            <a:ext cx="12192000" cy="6883400"/>
          </a:xfrm>
          <a:prstGeom prst="rect">
            <a:avLst/>
          </a:prstGeom>
          <a:noFill/>
          <a:ln w="9525">
            <a:noFill/>
            <a:miter lim="800000"/>
            <a:headEnd/>
            <a:tailEnd/>
          </a:ln>
        </p:spPr>
      </p:pic>
      <p:grpSp>
        <p:nvGrpSpPr>
          <p:cNvPr id="2" name="组合 3"/>
          <p:cNvGrpSpPr>
            <a:grpSpLocks/>
          </p:cNvGrpSpPr>
          <p:nvPr/>
        </p:nvGrpSpPr>
        <p:grpSpPr bwMode="auto">
          <a:xfrm>
            <a:off x="1068739" y="2235200"/>
            <a:ext cx="9894536" cy="2460625"/>
            <a:chOff x="-17109" y="0"/>
            <a:chExt cx="9893134" cy="2460626"/>
          </a:xfrm>
        </p:grpSpPr>
        <p:sp>
          <p:nvSpPr>
            <p:cNvPr id="3087" name="文本框 58"/>
            <p:cNvSpPr txBox="1">
              <a:spLocks noChangeArrowheads="1"/>
            </p:cNvSpPr>
            <p:nvPr/>
          </p:nvSpPr>
          <p:spPr bwMode="auto">
            <a:xfrm>
              <a:off x="544360" y="477993"/>
              <a:ext cx="1395482" cy="646331"/>
            </a:xfrm>
            <a:prstGeom prst="rect">
              <a:avLst/>
            </a:prstGeom>
            <a:noFill/>
            <a:ln w="9525">
              <a:noFill/>
              <a:miter lim="800000"/>
              <a:headEnd/>
              <a:tailEnd/>
            </a:ln>
          </p:spPr>
          <p:txBody>
            <a:bodyPr>
              <a:spAutoFit/>
            </a:bodyPr>
            <a:lstStyle/>
            <a:p>
              <a:pPr algn="ctr" eaLnBrk="1" hangingPunct="1"/>
              <a:r>
                <a:rPr lang="en-US" altLang="zh-CN" sz="3600" b="1" dirty="0">
                  <a:solidFill>
                    <a:schemeClr val="bg1"/>
                  </a:solidFill>
                  <a:latin typeface="微软雅黑" pitchFamily="34" charset="-122"/>
                  <a:ea typeface="微软雅黑" pitchFamily="34" charset="-122"/>
                </a:rPr>
                <a:t>01</a:t>
              </a:r>
              <a:endParaRPr lang="zh-CN" altLang="en-US" sz="3600" b="1" dirty="0">
                <a:solidFill>
                  <a:schemeClr val="bg1"/>
                </a:solidFill>
                <a:latin typeface="微软雅黑" pitchFamily="34" charset="-122"/>
                <a:ea typeface="微软雅黑" pitchFamily="34" charset="-122"/>
              </a:endParaRPr>
            </a:p>
          </p:txBody>
        </p:sp>
        <p:sp>
          <p:nvSpPr>
            <p:cNvPr id="3088" name="文本框 59"/>
            <p:cNvSpPr txBox="1">
              <a:spLocks noChangeArrowheads="1"/>
            </p:cNvSpPr>
            <p:nvPr/>
          </p:nvSpPr>
          <p:spPr bwMode="auto">
            <a:xfrm>
              <a:off x="-17109" y="1365466"/>
              <a:ext cx="2493001" cy="461665"/>
            </a:xfrm>
            <a:prstGeom prst="rect">
              <a:avLst/>
            </a:prstGeom>
            <a:noFill/>
            <a:ln w="9525">
              <a:noFill/>
              <a:miter lim="800000"/>
              <a:headEnd/>
              <a:tailEnd/>
            </a:ln>
          </p:spPr>
          <p:txBody>
            <a:bodyPr>
              <a:spAutoFit/>
            </a:bodyPr>
            <a:lstStyle/>
            <a:p>
              <a:pPr algn="ctr" eaLnBrk="1" hangingPunct="1"/>
              <a:r>
                <a:rPr lang="zh-CN" altLang="en-US" sz="2400" b="1" dirty="0">
                  <a:solidFill>
                    <a:schemeClr val="bg1"/>
                  </a:solidFill>
                  <a:latin typeface="微软雅黑" pitchFamily="34" charset="-122"/>
                  <a:ea typeface="微软雅黑" pitchFamily="34" charset="-122"/>
                  <a:hlinkClick r:id="rId3" action="ppaction://hlinksldjump"/>
                </a:rPr>
                <a:t>何谓科技</a:t>
              </a:r>
              <a:endParaRPr lang="zh-CN" altLang="en-US" sz="2400" b="1" dirty="0">
                <a:solidFill>
                  <a:schemeClr val="bg1"/>
                </a:solidFill>
                <a:latin typeface="微软雅黑" pitchFamily="34" charset="-122"/>
                <a:ea typeface="微软雅黑" pitchFamily="34" charset="-122"/>
              </a:endParaRPr>
            </a:p>
          </p:txBody>
        </p:sp>
        <p:sp>
          <p:nvSpPr>
            <p:cNvPr id="3089" name="菱形 55"/>
            <p:cNvSpPr>
              <a:spLocks noChangeArrowheads="1"/>
            </p:cNvSpPr>
            <p:nvPr/>
          </p:nvSpPr>
          <p:spPr bwMode="auto">
            <a:xfrm>
              <a:off x="11788" y="0"/>
              <a:ext cx="2460626" cy="2460626"/>
            </a:xfrm>
            <a:prstGeom prst="diamond">
              <a:avLst/>
            </a:prstGeom>
            <a:noFill/>
            <a:ln w="12700">
              <a:solidFill>
                <a:schemeClr val="bg1"/>
              </a:solidFill>
              <a:miter lim="800000"/>
              <a:headEnd/>
              <a:tailEnd/>
            </a:ln>
          </p:spPr>
          <p:txBody>
            <a:bodyPr anchor="ctr"/>
            <a:lstStyle/>
            <a:p>
              <a:pPr algn="ctr" eaLnBrk="1" hangingPunct="1"/>
              <a:endParaRPr lang="zh-CN" altLang="en-US" sz="2800" dirty="0">
                <a:solidFill>
                  <a:srgbClr val="FFFFFF"/>
                </a:solidFill>
                <a:ea typeface="微软雅黑" panose="020B0503020204020204" pitchFamily="34" charset="-122"/>
              </a:endParaRPr>
            </a:p>
          </p:txBody>
        </p:sp>
        <p:sp>
          <p:nvSpPr>
            <p:cNvPr id="3090" name="文本框 50"/>
            <p:cNvSpPr txBox="1">
              <a:spLocks noChangeArrowheads="1"/>
            </p:cNvSpPr>
            <p:nvPr/>
          </p:nvSpPr>
          <p:spPr bwMode="auto">
            <a:xfrm>
              <a:off x="3016774" y="477993"/>
              <a:ext cx="1395482" cy="646331"/>
            </a:xfrm>
            <a:prstGeom prst="rect">
              <a:avLst/>
            </a:prstGeom>
            <a:noFill/>
            <a:ln w="9525">
              <a:noFill/>
              <a:miter lim="800000"/>
              <a:headEnd/>
              <a:tailEnd/>
            </a:ln>
          </p:spPr>
          <p:txBody>
            <a:bodyPr>
              <a:spAutoFit/>
            </a:bodyPr>
            <a:lstStyle/>
            <a:p>
              <a:pPr algn="ctr" eaLnBrk="1" hangingPunct="1"/>
              <a:r>
                <a:rPr lang="en-US" altLang="zh-CN" sz="3600" b="1" dirty="0" smtClean="0">
                  <a:solidFill>
                    <a:schemeClr val="bg1"/>
                  </a:solidFill>
                  <a:latin typeface="微软雅黑" pitchFamily="34" charset="-122"/>
                  <a:ea typeface="微软雅黑" pitchFamily="34" charset="-122"/>
                </a:rPr>
                <a:t>02</a:t>
              </a:r>
              <a:endParaRPr lang="zh-CN" altLang="en-US" sz="3600" b="1" dirty="0">
                <a:solidFill>
                  <a:schemeClr val="bg1"/>
                </a:solidFill>
                <a:latin typeface="微软雅黑" pitchFamily="34" charset="-122"/>
                <a:ea typeface="微软雅黑" pitchFamily="34" charset="-122"/>
              </a:endParaRPr>
            </a:p>
          </p:txBody>
        </p:sp>
        <p:sp>
          <p:nvSpPr>
            <p:cNvPr id="3091" name="文本框 51"/>
            <p:cNvSpPr txBox="1">
              <a:spLocks noChangeArrowheads="1"/>
            </p:cNvSpPr>
            <p:nvPr/>
          </p:nvSpPr>
          <p:spPr bwMode="auto">
            <a:xfrm>
              <a:off x="2472414" y="1347207"/>
              <a:ext cx="2493001" cy="707886"/>
            </a:xfrm>
            <a:prstGeom prst="rect">
              <a:avLst/>
            </a:prstGeom>
            <a:noFill/>
            <a:ln w="9525">
              <a:noFill/>
              <a:miter lim="800000"/>
              <a:headEnd/>
              <a:tailEnd/>
            </a:ln>
          </p:spPr>
          <p:txBody>
            <a:bodyPr>
              <a:spAutoFit/>
            </a:bodyPr>
            <a:lstStyle/>
            <a:p>
              <a:pPr algn="ctr" eaLnBrk="1" hangingPunct="1"/>
              <a:r>
                <a:rPr lang="zh-CN" altLang="en-US" sz="2000" b="1" dirty="0" smtClean="0">
                  <a:solidFill>
                    <a:schemeClr val="bg1"/>
                  </a:solidFill>
                  <a:latin typeface="微软雅黑" pitchFamily="34" charset="-122"/>
                  <a:ea typeface="微软雅黑" pitchFamily="34" charset="-122"/>
                  <a:hlinkClick r:id="rId4" action="ppaction://hlinksldjump"/>
                </a:rPr>
                <a:t>中国科技</a:t>
              </a:r>
              <a:endParaRPr lang="en-US" altLang="zh-CN" sz="2000" b="1" dirty="0" smtClean="0">
                <a:solidFill>
                  <a:schemeClr val="bg1"/>
                </a:solidFill>
                <a:latin typeface="微软雅黑" pitchFamily="34" charset="-122"/>
                <a:ea typeface="微软雅黑" pitchFamily="34" charset="-122"/>
                <a:hlinkClick r:id="rId4" action="ppaction://hlinksldjump"/>
              </a:endParaRPr>
            </a:p>
            <a:p>
              <a:pPr algn="ctr" eaLnBrk="1" hangingPunct="1"/>
              <a:r>
                <a:rPr lang="zh-CN" altLang="en-US" sz="2000" b="1" dirty="0" smtClean="0">
                  <a:solidFill>
                    <a:schemeClr val="bg1"/>
                  </a:solidFill>
                  <a:latin typeface="微软雅黑" pitchFamily="34" charset="-122"/>
                  <a:ea typeface="微软雅黑" pitchFamily="34" charset="-122"/>
                  <a:hlinkClick r:id="rId4" action="ppaction://hlinksldjump"/>
                </a:rPr>
                <a:t>发展</a:t>
              </a:r>
              <a:r>
                <a:rPr lang="zh-CN" altLang="en-US" sz="2000" b="1" dirty="0">
                  <a:solidFill>
                    <a:schemeClr val="bg1"/>
                  </a:solidFill>
                  <a:latin typeface="微软雅黑" pitchFamily="34" charset="-122"/>
                  <a:ea typeface="微软雅黑" pitchFamily="34" charset="-122"/>
                  <a:hlinkClick r:id="rId4" action="ppaction://hlinksldjump"/>
                </a:rPr>
                <a:t>历程</a:t>
              </a:r>
              <a:endParaRPr lang="zh-CN" altLang="en-US" sz="2000" b="1" dirty="0">
                <a:solidFill>
                  <a:schemeClr val="bg1"/>
                </a:solidFill>
                <a:latin typeface="微软雅黑" pitchFamily="34" charset="-122"/>
                <a:ea typeface="微软雅黑" pitchFamily="34" charset="-122"/>
              </a:endParaRPr>
            </a:p>
          </p:txBody>
        </p:sp>
        <p:sp>
          <p:nvSpPr>
            <p:cNvPr id="3092" name="菱形 52"/>
            <p:cNvSpPr>
              <a:spLocks noChangeArrowheads="1"/>
            </p:cNvSpPr>
            <p:nvPr/>
          </p:nvSpPr>
          <p:spPr bwMode="auto">
            <a:xfrm>
              <a:off x="2484202" y="0"/>
              <a:ext cx="2460626" cy="2460626"/>
            </a:xfrm>
            <a:prstGeom prst="diamond">
              <a:avLst/>
            </a:prstGeom>
            <a:noFill/>
            <a:ln w="12700">
              <a:solidFill>
                <a:schemeClr val="bg1"/>
              </a:solidFill>
              <a:miter lim="800000"/>
              <a:headEnd/>
              <a:tailEnd/>
            </a:ln>
          </p:spPr>
          <p:txBody>
            <a:bodyPr anchor="ctr"/>
            <a:lstStyle/>
            <a:p>
              <a:pPr algn="ctr" eaLnBrk="1" hangingPunct="1"/>
              <a:endParaRPr lang="zh-CN" altLang="en-US" sz="2800" dirty="0">
                <a:solidFill>
                  <a:srgbClr val="FFFFFF"/>
                </a:solidFill>
                <a:ea typeface="微软雅黑" panose="020B0503020204020204" pitchFamily="34" charset="-122"/>
              </a:endParaRPr>
            </a:p>
          </p:txBody>
        </p:sp>
        <p:sp>
          <p:nvSpPr>
            <p:cNvPr id="3093" name="文本框 62"/>
            <p:cNvSpPr txBox="1">
              <a:spLocks noChangeArrowheads="1"/>
            </p:cNvSpPr>
            <p:nvPr/>
          </p:nvSpPr>
          <p:spPr bwMode="auto">
            <a:xfrm>
              <a:off x="5475557" y="477993"/>
              <a:ext cx="1395482" cy="646331"/>
            </a:xfrm>
            <a:prstGeom prst="rect">
              <a:avLst/>
            </a:prstGeom>
            <a:noFill/>
            <a:ln w="9525">
              <a:noFill/>
              <a:miter lim="800000"/>
              <a:headEnd/>
              <a:tailEnd/>
            </a:ln>
          </p:spPr>
          <p:txBody>
            <a:bodyPr>
              <a:spAutoFit/>
            </a:bodyPr>
            <a:lstStyle/>
            <a:p>
              <a:pPr algn="ctr" eaLnBrk="1" hangingPunct="1"/>
              <a:r>
                <a:rPr lang="en-US" altLang="zh-CN" sz="3600" b="1" dirty="0" smtClean="0">
                  <a:solidFill>
                    <a:schemeClr val="bg1"/>
                  </a:solidFill>
                  <a:latin typeface="微软雅黑" pitchFamily="34" charset="-122"/>
                  <a:ea typeface="微软雅黑" pitchFamily="34" charset="-122"/>
                </a:rPr>
                <a:t>03</a:t>
              </a:r>
              <a:endParaRPr lang="zh-CN" altLang="en-US" sz="3600" b="1" dirty="0">
                <a:solidFill>
                  <a:schemeClr val="bg1"/>
                </a:solidFill>
                <a:latin typeface="微软雅黑" pitchFamily="34" charset="-122"/>
                <a:ea typeface="微软雅黑" pitchFamily="34" charset="-122"/>
              </a:endParaRPr>
            </a:p>
          </p:txBody>
        </p:sp>
        <p:sp>
          <p:nvSpPr>
            <p:cNvPr id="3094" name="文本框 65"/>
            <p:cNvSpPr txBox="1">
              <a:spLocks noChangeArrowheads="1"/>
            </p:cNvSpPr>
            <p:nvPr/>
          </p:nvSpPr>
          <p:spPr bwMode="auto">
            <a:xfrm>
              <a:off x="4931197" y="1347207"/>
              <a:ext cx="2493001" cy="461665"/>
            </a:xfrm>
            <a:prstGeom prst="rect">
              <a:avLst/>
            </a:prstGeom>
            <a:noFill/>
            <a:ln w="9525">
              <a:noFill/>
              <a:miter lim="800000"/>
              <a:headEnd/>
              <a:tailEnd/>
            </a:ln>
          </p:spPr>
          <p:txBody>
            <a:bodyPr>
              <a:spAutoFit/>
            </a:bodyPr>
            <a:lstStyle/>
            <a:p>
              <a:pPr algn="ctr" eaLnBrk="1" hangingPunct="1"/>
              <a:r>
                <a:rPr lang="zh-CN" altLang="en-US" sz="2400" b="1" dirty="0">
                  <a:solidFill>
                    <a:schemeClr val="bg1"/>
                  </a:solidFill>
                  <a:latin typeface="微软雅黑" pitchFamily="34" charset="-122"/>
                  <a:ea typeface="微软雅黑" pitchFamily="34" charset="-122"/>
                  <a:hlinkClick r:id="rId5" action="ppaction://hlinksldjump"/>
                </a:rPr>
                <a:t>重要意义</a:t>
              </a:r>
              <a:endParaRPr lang="zh-CN" altLang="en-US" sz="2400" b="1" dirty="0">
                <a:solidFill>
                  <a:schemeClr val="bg1"/>
                </a:solidFill>
                <a:latin typeface="微软雅黑" pitchFamily="34" charset="-122"/>
                <a:ea typeface="微软雅黑" pitchFamily="34" charset="-122"/>
              </a:endParaRPr>
            </a:p>
          </p:txBody>
        </p:sp>
        <p:sp>
          <p:nvSpPr>
            <p:cNvPr id="3095" name="菱形 66"/>
            <p:cNvSpPr>
              <a:spLocks noChangeArrowheads="1"/>
            </p:cNvSpPr>
            <p:nvPr/>
          </p:nvSpPr>
          <p:spPr bwMode="auto">
            <a:xfrm>
              <a:off x="4942985" y="0"/>
              <a:ext cx="2460626" cy="2460626"/>
            </a:xfrm>
            <a:prstGeom prst="diamond">
              <a:avLst/>
            </a:prstGeom>
            <a:noFill/>
            <a:ln w="12700">
              <a:solidFill>
                <a:schemeClr val="bg1"/>
              </a:solidFill>
              <a:miter lim="800000"/>
              <a:headEnd/>
              <a:tailEnd/>
            </a:ln>
          </p:spPr>
          <p:txBody>
            <a:bodyPr anchor="ctr"/>
            <a:lstStyle/>
            <a:p>
              <a:pPr algn="ctr" eaLnBrk="1" hangingPunct="1"/>
              <a:endParaRPr lang="zh-CN" altLang="en-US" sz="2800" dirty="0">
                <a:solidFill>
                  <a:srgbClr val="FFFFFF"/>
                </a:solidFill>
                <a:ea typeface="微软雅黑" panose="020B0503020204020204" pitchFamily="34" charset="-122"/>
              </a:endParaRPr>
            </a:p>
          </p:txBody>
        </p:sp>
        <p:sp>
          <p:nvSpPr>
            <p:cNvPr id="3096" name="文本框 75"/>
            <p:cNvSpPr txBox="1">
              <a:spLocks noChangeArrowheads="1"/>
            </p:cNvSpPr>
            <p:nvPr/>
          </p:nvSpPr>
          <p:spPr bwMode="auto">
            <a:xfrm>
              <a:off x="7927384" y="477993"/>
              <a:ext cx="1395482" cy="646331"/>
            </a:xfrm>
            <a:prstGeom prst="rect">
              <a:avLst/>
            </a:prstGeom>
            <a:noFill/>
            <a:ln w="9525">
              <a:noFill/>
              <a:miter lim="800000"/>
              <a:headEnd/>
              <a:tailEnd/>
            </a:ln>
          </p:spPr>
          <p:txBody>
            <a:bodyPr>
              <a:spAutoFit/>
            </a:bodyPr>
            <a:lstStyle/>
            <a:p>
              <a:pPr algn="ctr" eaLnBrk="1" hangingPunct="1"/>
              <a:r>
                <a:rPr lang="en-US" altLang="zh-CN" sz="3600" b="1" dirty="0" smtClean="0">
                  <a:solidFill>
                    <a:schemeClr val="bg1"/>
                  </a:solidFill>
                  <a:latin typeface="微软雅黑" pitchFamily="34" charset="-122"/>
                  <a:ea typeface="微软雅黑" pitchFamily="34" charset="-122"/>
                </a:rPr>
                <a:t>04</a:t>
              </a:r>
              <a:endParaRPr lang="zh-CN" altLang="en-US" sz="3600" b="1" dirty="0">
                <a:solidFill>
                  <a:schemeClr val="bg1"/>
                </a:solidFill>
                <a:latin typeface="微软雅黑" pitchFamily="34" charset="-122"/>
                <a:ea typeface="微软雅黑" pitchFamily="34" charset="-122"/>
              </a:endParaRPr>
            </a:p>
          </p:txBody>
        </p:sp>
        <p:sp>
          <p:nvSpPr>
            <p:cNvPr id="3097" name="文本框 76"/>
            <p:cNvSpPr txBox="1">
              <a:spLocks noChangeArrowheads="1"/>
            </p:cNvSpPr>
            <p:nvPr/>
          </p:nvSpPr>
          <p:spPr bwMode="auto">
            <a:xfrm>
              <a:off x="7383024" y="1385293"/>
              <a:ext cx="2493001" cy="400110"/>
            </a:xfrm>
            <a:prstGeom prst="rect">
              <a:avLst/>
            </a:prstGeom>
            <a:noFill/>
            <a:ln w="9525">
              <a:noFill/>
              <a:miter lim="800000"/>
              <a:headEnd/>
              <a:tailEnd/>
            </a:ln>
          </p:spPr>
          <p:txBody>
            <a:bodyPr>
              <a:spAutoFit/>
            </a:bodyPr>
            <a:lstStyle/>
            <a:p>
              <a:pPr algn="ctr" eaLnBrk="1" hangingPunct="1"/>
              <a:r>
                <a:rPr lang="zh-CN" altLang="en-US" sz="2000" b="1" dirty="0">
                  <a:solidFill>
                    <a:schemeClr val="bg1"/>
                  </a:solidFill>
                  <a:latin typeface="微软雅黑" pitchFamily="34" charset="-122"/>
                  <a:ea typeface="微软雅黑" pitchFamily="34" charset="-122"/>
                  <a:hlinkClick r:id="rId6" action="ppaction://hlinksldjump"/>
                </a:rPr>
                <a:t>应用</a:t>
              </a:r>
              <a:r>
                <a:rPr lang="zh-CN" altLang="en-US" sz="2000" b="1" dirty="0" smtClean="0">
                  <a:solidFill>
                    <a:schemeClr val="bg1"/>
                  </a:solidFill>
                  <a:latin typeface="微软雅黑" pitchFamily="34" charset="-122"/>
                  <a:ea typeface="微软雅黑" pitchFamily="34" charset="-122"/>
                  <a:hlinkClick r:id="rId6" action="ppaction://hlinksldjump"/>
                </a:rPr>
                <a:t>及</a:t>
              </a:r>
              <a:r>
                <a:rPr lang="zh-CN" altLang="en-US" sz="2000" b="1" dirty="0">
                  <a:solidFill>
                    <a:schemeClr val="bg1"/>
                  </a:solidFill>
                  <a:latin typeface="微软雅黑" pitchFamily="34" charset="-122"/>
                  <a:ea typeface="微软雅黑" pitchFamily="34" charset="-122"/>
                  <a:hlinkClick r:id="rId6" action="ppaction://hlinksldjump"/>
                </a:rPr>
                <a:t>前景</a:t>
              </a:r>
              <a:endParaRPr lang="zh-CN" altLang="en-US" sz="2000" b="1" dirty="0">
                <a:solidFill>
                  <a:schemeClr val="bg1"/>
                </a:solidFill>
                <a:latin typeface="微软雅黑" pitchFamily="34" charset="-122"/>
                <a:ea typeface="微软雅黑" pitchFamily="34" charset="-122"/>
              </a:endParaRPr>
            </a:p>
          </p:txBody>
        </p:sp>
        <p:sp>
          <p:nvSpPr>
            <p:cNvPr id="3098" name="菱形 79"/>
            <p:cNvSpPr>
              <a:spLocks noChangeArrowheads="1"/>
            </p:cNvSpPr>
            <p:nvPr/>
          </p:nvSpPr>
          <p:spPr bwMode="auto">
            <a:xfrm>
              <a:off x="7394812" y="0"/>
              <a:ext cx="2460626" cy="2460626"/>
            </a:xfrm>
            <a:prstGeom prst="diamond">
              <a:avLst/>
            </a:prstGeom>
            <a:noFill/>
            <a:ln w="12700">
              <a:solidFill>
                <a:schemeClr val="bg1"/>
              </a:solidFill>
              <a:miter lim="800000"/>
              <a:headEnd/>
              <a:tailEnd/>
            </a:ln>
          </p:spPr>
          <p:txBody>
            <a:bodyPr anchor="ctr"/>
            <a:lstStyle/>
            <a:p>
              <a:pPr algn="ctr" eaLnBrk="1" hangingPunct="1"/>
              <a:endParaRPr lang="zh-CN" altLang="en-US" sz="2800" dirty="0">
                <a:solidFill>
                  <a:srgbClr val="FFFFFF"/>
                </a:solidFill>
                <a:ea typeface="微软雅黑" panose="020B0503020204020204" pitchFamily="34" charset="-122"/>
              </a:endParaRPr>
            </a:p>
          </p:txBody>
        </p:sp>
        <p:grpSp>
          <p:nvGrpSpPr>
            <p:cNvPr id="3099" name="组合 6"/>
            <p:cNvGrpSpPr>
              <a:grpSpLocks/>
            </p:cNvGrpSpPr>
            <p:nvPr/>
          </p:nvGrpSpPr>
          <p:grpSpPr bwMode="auto">
            <a:xfrm>
              <a:off x="510728" y="1190205"/>
              <a:ext cx="1450046" cy="80216"/>
              <a:chOff x="0" y="0"/>
              <a:chExt cx="1450046" cy="80216"/>
            </a:xfrm>
          </p:grpSpPr>
          <p:sp>
            <p:nvSpPr>
              <p:cNvPr id="3115" name="椭圆 38"/>
              <p:cNvSpPr>
                <a:spLocks noChangeArrowheads="1"/>
              </p:cNvSpPr>
              <p:nvPr/>
            </p:nvSpPr>
            <p:spPr bwMode="auto">
              <a:xfrm flipV="1">
                <a:off x="691265" y="0"/>
                <a:ext cx="80216" cy="80216"/>
              </a:xfrm>
              <a:prstGeom prst="ellipse">
                <a:avLst/>
              </a:prstGeom>
              <a:solidFill>
                <a:schemeClr val="bg1"/>
              </a:solidFill>
              <a:ln w="9525">
                <a:noFill/>
                <a:round/>
                <a:headEnd/>
                <a:tailEnd/>
              </a:ln>
            </p:spPr>
            <p:txBody>
              <a:bodyPr anchor="ctr"/>
              <a:lstStyle/>
              <a:p>
                <a:pPr algn="ctr" eaLnBrk="1" hangingPunct="1"/>
                <a:endParaRPr lang="zh-CN" altLang="en-US" dirty="0">
                  <a:solidFill>
                    <a:srgbClr val="FFFFFF"/>
                  </a:solidFill>
                  <a:ea typeface="微软雅黑" panose="020B0503020204020204" pitchFamily="34" charset="-122"/>
                </a:endParaRPr>
              </a:p>
            </p:txBody>
          </p:sp>
          <p:grpSp>
            <p:nvGrpSpPr>
              <p:cNvPr id="3116" name="组合 5"/>
              <p:cNvGrpSpPr>
                <a:grpSpLocks/>
              </p:cNvGrpSpPr>
              <p:nvPr/>
            </p:nvGrpSpPr>
            <p:grpSpPr bwMode="auto">
              <a:xfrm>
                <a:off x="0" y="43553"/>
                <a:ext cx="1450046" cy="0"/>
                <a:chOff x="0" y="0"/>
                <a:chExt cx="1450046" cy="0"/>
              </a:xfrm>
            </p:grpSpPr>
            <p:cxnSp>
              <p:nvCxnSpPr>
                <p:cNvPr id="3117" name="直接连接符 36"/>
                <p:cNvCxnSpPr>
                  <a:cxnSpLocks noChangeShapeType="1"/>
                </p:cNvCxnSpPr>
                <p:nvPr/>
              </p:nvCxnSpPr>
              <p:spPr bwMode="auto">
                <a:xfrm>
                  <a:off x="0" y="0"/>
                  <a:ext cx="548346" cy="0"/>
                </a:xfrm>
                <a:prstGeom prst="line">
                  <a:avLst/>
                </a:prstGeom>
                <a:noFill/>
                <a:ln w="6350" cap="rnd">
                  <a:solidFill>
                    <a:schemeClr val="bg1"/>
                  </a:solidFill>
                  <a:round/>
                  <a:headEnd/>
                  <a:tailEnd/>
                </a:ln>
              </p:spPr>
            </p:cxnSp>
            <p:cxnSp>
              <p:nvCxnSpPr>
                <p:cNvPr id="3118" name="直接连接符 42"/>
                <p:cNvCxnSpPr>
                  <a:cxnSpLocks noChangeShapeType="1"/>
                </p:cNvCxnSpPr>
                <p:nvPr/>
              </p:nvCxnSpPr>
              <p:spPr bwMode="auto">
                <a:xfrm>
                  <a:off x="901700" y="0"/>
                  <a:ext cx="548346" cy="0"/>
                </a:xfrm>
                <a:prstGeom prst="line">
                  <a:avLst/>
                </a:prstGeom>
                <a:noFill/>
                <a:ln w="6350" cap="rnd">
                  <a:solidFill>
                    <a:schemeClr val="bg1"/>
                  </a:solidFill>
                  <a:round/>
                  <a:headEnd/>
                  <a:tailEnd/>
                </a:ln>
              </p:spPr>
            </p:cxnSp>
          </p:grpSp>
        </p:grpSp>
        <p:grpSp>
          <p:nvGrpSpPr>
            <p:cNvPr id="3100" name="组合 45"/>
            <p:cNvGrpSpPr>
              <a:grpSpLocks/>
            </p:cNvGrpSpPr>
            <p:nvPr/>
          </p:nvGrpSpPr>
          <p:grpSpPr bwMode="auto">
            <a:xfrm>
              <a:off x="2975319" y="1190205"/>
              <a:ext cx="1450046" cy="80216"/>
              <a:chOff x="0" y="0"/>
              <a:chExt cx="1450046" cy="80216"/>
            </a:xfrm>
          </p:grpSpPr>
          <p:sp>
            <p:nvSpPr>
              <p:cNvPr id="3111" name="椭圆 46"/>
              <p:cNvSpPr>
                <a:spLocks noChangeArrowheads="1"/>
              </p:cNvSpPr>
              <p:nvPr/>
            </p:nvSpPr>
            <p:spPr bwMode="auto">
              <a:xfrm flipV="1">
                <a:off x="691265" y="0"/>
                <a:ext cx="80216" cy="80216"/>
              </a:xfrm>
              <a:prstGeom prst="ellipse">
                <a:avLst/>
              </a:prstGeom>
              <a:solidFill>
                <a:schemeClr val="bg1"/>
              </a:solidFill>
              <a:ln w="9525">
                <a:noFill/>
                <a:round/>
                <a:headEnd/>
                <a:tailEnd/>
              </a:ln>
            </p:spPr>
            <p:txBody>
              <a:bodyPr anchor="ctr"/>
              <a:lstStyle/>
              <a:p>
                <a:pPr algn="ctr" eaLnBrk="1" hangingPunct="1"/>
                <a:endParaRPr lang="zh-CN" altLang="en-US" dirty="0">
                  <a:solidFill>
                    <a:srgbClr val="FFFFFF"/>
                  </a:solidFill>
                  <a:ea typeface="微软雅黑" panose="020B0503020204020204" pitchFamily="34" charset="-122"/>
                </a:endParaRPr>
              </a:p>
            </p:txBody>
          </p:sp>
          <p:grpSp>
            <p:nvGrpSpPr>
              <p:cNvPr id="3112" name="组合 47"/>
              <p:cNvGrpSpPr>
                <a:grpSpLocks/>
              </p:cNvGrpSpPr>
              <p:nvPr/>
            </p:nvGrpSpPr>
            <p:grpSpPr bwMode="auto">
              <a:xfrm>
                <a:off x="0" y="43553"/>
                <a:ext cx="1450046" cy="0"/>
                <a:chOff x="0" y="0"/>
                <a:chExt cx="1450046" cy="0"/>
              </a:xfrm>
            </p:grpSpPr>
            <p:cxnSp>
              <p:nvCxnSpPr>
                <p:cNvPr id="3113" name="直接连接符 48"/>
                <p:cNvCxnSpPr>
                  <a:cxnSpLocks noChangeShapeType="1"/>
                </p:cNvCxnSpPr>
                <p:nvPr/>
              </p:nvCxnSpPr>
              <p:spPr bwMode="auto">
                <a:xfrm>
                  <a:off x="0" y="0"/>
                  <a:ext cx="548346" cy="0"/>
                </a:xfrm>
                <a:prstGeom prst="line">
                  <a:avLst/>
                </a:prstGeom>
                <a:noFill/>
                <a:ln w="6350" cap="rnd">
                  <a:solidFill>
                    <a:schemeClr val="bg1"/>
                  </a:solidFill>
                  <a:round/>
                  <a:headEnd/>
                  <a:tailEnd/>
                </a:ln>
              </p:spPr>
            </p:cxnSp>
            <p:cxnSp>
              <p:nvCxnSpPr>
                <p:cNvPr id="3114" name="直接连接符 63"/>
                <p:cNvCxnSpPr>
                  <a:cxnSpLocks noChangeShapeType="1"/>
                </p:cNvCxnSpPr>
                <p:nvPr/>
              </p:nvCxnSpPr>
              <p:spPr bwMode="auto">
                <a:xfrm>
                  <a:off x="901700" y="0"/>
                  <a:ext cx="548346" cy="0"/>
                </a:xfrm>
                <a:prstGeom prst="line">
                  <a:avLst/>
                </a:prstGeom>
                <a:noFill/>
                <a:ln w="6350" cap="rnd">
                  <a:solidFill>
                    <a:schemeClr val="bg1"/>
                  </a:solidFill>
                  <a:round/>
                  <a:headEnd/>
                  <a:tailEnd/>
                </a:ln>
              </p:spPr>
            </p:cxnSp>
          </p:grpSp>
        </p:grpSp>
        <p:grpSp>
          <p:nvGrpSpPr>
            <p:cNvPr id="3101" name="组合 64"/>
            <p:cNvGrpSpPr>
              <a:grpSpLocks/>
            </p:cNvGrpSpPr>
            <p:nvPr/>
          </p:nvGrpSpPr>
          <p:grpSpPr bwMode="auto">
            <a:xfrm>
              <a:off x="5439910" y="1190205"/>
              <a:ext cx="1450046" cy="80216"/>
              <a:chOff x="0" y="0"/>
              <a:chExt cx="1450046" cy="80216"/>
            </a:xfrm>
          </p:grpSpPr>
          <p:sp>
            <p:nvSpPr>
              <p:cNvPr id="3107" name="椭圆 70"/>
              <p:cNvSpPr>
                <a:spLocks noChangeArrowheads="1"/>
              </p:cNvSpPr>
              <p:nvPr/>
            </p:nvSpPr>
            <p:spPr bwMode="auto">
              <a:xfrm flipV="1">
                <a:off x="691265" y="0"/>
                <a:ext cx="80216" cy="80216"/>
              </a:xfrm>
              <a:prstGeom prst="ellipse">
                <a:avLst/>
              </a:prstGeom>
              <a:solidFill>
                <a:schemeClr val="bg1"/>
              </a:solidFill>
              <a:ln w="9525">
                <a:noFill/>
                <a:round/>
                <a:headEnd/>
                <a:tailEnd/>
              </a:ln>
            </p:spPr>
            <p:txBody>
              <a:bodyPr anchor="ctr"/>
              <a:lstStyle/>
              <a:p>
                <a:pPr algn="ctr" eaLnBrk="1" hangingPunct="1"/>
                <a:endParaRPr lang="zh-CN" altLang="en-US" dirty="0">
                  <a:solidFill>
                    <a:srgbClr val="FFFFFF"/>
                  </a:solidFill>
                  <a:ea typeface="微软雅黑" panose="020B0503020204020204" pitchFamily="34" charset="-122"/>
                </a:endParaRPr>
              </a:p>
            </p:txBody>
          </p:sp>
          <p:grpSp>
            <p:nvGrpSpPr>
              <p:cNvPr id="3108" name="组合 71"/>
              <p:cNvGrpSpPr>
                <a:grpSpLocks/>
              </p:cNvGrpSpPr>
              <p:nvPr/>
            </p:nvGrpSpPr>
            <p:grpSpPr bwMode="auto">
              <a:xfrm>
                <a:off x="0" y="43553"/>
                <a:ext cx="1450046" cy="0"/>
                <a:chOff x="0" y="0"/>
                <a:chExt cx="1450046" cy="0"/>
              </a:xfrm>
            </p:grpSpPr>
            <p:cxnSp>
              <p:nvCxnSpPr>
                <p:cNvPr id="3109" name="直接连接符 77"/>
                <p:cNvCxnSpPr>
                  <a:cxnSpLocks noChangeShapeType="1"/>
                </p:cNvCxnSpPr>
                <p:nvPr/>
              </p:nvCxnSpPr>
              <p:spPr bwMode="auto">
                <a:xfrm>
                  <a:off x="0" y="0"/>
                  <a:ext cx="548346" cy="0"/>
                </a:xfrm>
                <a:prstGeom prst="line">
                  <a:avLst/>
                </a:prstGeom>
                <a:noFill/>
                <a:ln w="6350" cap="rnd">
                  <a:solidFill>
                    <a:schemeClr val="bg1"/>
                  </a:solidFill>
                  <a:round/>
                  <a:headEnd/>
                  <a:tailEnd/>
                </a:ln>
              </p:spPr>
            </p:cxnSp>
            <p:cxnSp>
              <p:nvCxnSpPr>
                <p:cNvPr id="3110" name="直接连接符 78"/>
                <p:cNvCxnSpPr>
                  <a:cxnSpLocks noChangeShapeType="1"/>
                </p:cNvCxnSpPr>
                <p:nvPr/>
              </p:nvCxnSpPr>
              <p:spPr bwMode="auto">
                <a:xfrm>
                  <a:off x="901700" y="0"/>
                  <a:ext cx="548346" cy="0"/>
                </a:xfrm>
                <a:prstGeom prst="line">
                  <a:avLst/>
                </a:prstGeom>
                <a:noFill/>
                <a:ln w="6350" cap="rnd">
                  <a:solidFill>
                    <a:schemeClr val="bg1"/>
                  </a:solidFill>
                  <a:round/>
                  <a:headEnd/>
                  <a:tailEnd/>
                </a:ln>
              </p:spPr>
            </p:cxnSp>
          </p:grpSp>
        </p:grpSp>
        <p:grpSp>
          <p:nvGrpSpPr>
            <p:cNvPr id="3102" name="组合 85"/>
            <p:cNvGrpSpPr>
              <a:grpSpLocks/>
            </p:cNvGrpSpPr>
            <p:nvPr/>
          </p:nvGrpSpPr>
          <p:grpSpPr bwMode="auto">
            <a:xfrm>
              <a:off x="7904501" y="1190205"/>
              <a:ext cx="1450046" cy="80216"/>
              <a:chOff x="0" y="0"/>
              <a:chExt cx="1450046" cy="80216"/>
            </a:xfrm>
          </p:grpSpPr>
          <p:sp>
            <p:nvSpPr>
              <p:cNvPr id="3103" name="椭圆 86"/>
              <p:cNvSpPr>
                <a:spLocks noChangeArrowheads="1"/>
              </p:cNvSpPr>
              <p:nvPr/>
            </p:nvSpPr>
            <p:spPr bwMode="auto">
              <a:xfrm flipV="1">
                <a:off x="691265" y="0"/>
                <a:ext cx="80216" cy="80216"/>
              </a:xfrm>
              <a:prstGeom prst="ellipse">
                <a:avLst/>
              </a:prstGeom>
              <a:solidFill>
                <a:schemeClr val="bg1"/>
              </a:solidFill>
              <a:ln w="9525">
                <a:noFill/>
                <a:round/>
                <a:headEnd/>
                <a:tailEnd/>
              </a:ln>
            </p:spPr>
            <p:txBody>
              <a:bodyPr anchor="ctr"/>
              <a:lstStyle/>
              <a:p>
                <a:pPr algn="ctr" eaLnBrk="1" hangingPunct="1"/>
                <a:endParaRPr lang="zh-CN" altLang="en-US" dirty="0">
                  <a:solidFill>
                    <a:srgbClr val="FFFFFF"/>
                  </a:solidFill>
                  <a:ea typeface="微软雅黑" panose="020B0503020204020204" pitchFamily="34" charset="-122"/>
                </a:endParaRPr>
              </a:p>
            </p:txBody>
          </p:sp>
          <p:grpSp>
            <p:nvGrpSpPr>
              <p:cNvPr id="3104" name="组合 87"/>
              <p:cNvGrpSpPr>
                <a:grpSpLocks/>
              </p:cNvGrpSpPr>
              <p:nvPr/>
            </p:nvGrpSpPr>
            <p:grpSpPr bwMode="auto">
              <a:xfrm>
                <a:off x="0" y="43553"/>
                <a:ext cx="1450046" cy="0"/>
                <a:chOff x="0" y="0"/>
                <a:chExt cx="1450046" cy="0"/>
              </a:xfrm>
            </p:grpSpPr>
            <p:cxnSp>
              <p:nvCxnSpPr>
                <p:cNvPr id="3105" name="直接连接符 88"/>
                <p:cNvCxnSpPr>
                  <a:cxnSpLocks noChangeShapeType="1"/>
                </p:cNvCxnSpPr>
                <p:nvPr/>
              </p:nvCxnSpPr>
              <p:spPr bwMode="auto">
                <a:xfrm>
                  <a:off x="0" y="0"/>
                  <a:ext cx="548346" cy="0"/>
                </a:xfrm>
                <a:prstGeom prst="line">
                  <a:avLst/>
                </a:prstGeom>
                <a:noFill/>
                <a:ln w="6350" cap="rnd">
                  <a:solidFill>
                    <a:schemeClr val="bg1"/>
                  </a:solidFill>
                  <a:round/>
                  <a:headEnd/>
                  <a:tailEnd/>
                </a:ln>
              </p:spPr>
            </p:cxnSp>
            <p:cxnSp>
              <p:nvCxnSpPr>
                <p:cNvPr id="3106" name="直接连接符 89"/>
                <p:cNvCxnSpPr>
                  <a:cxnSpLocks noChangeShapeType="1"/>
                </p:cNvCxnSpPr>
                <p:nvPr/>
              </p:nvCxnSpPr>
              <p:spPr bwMode="auto">
                <a:xfrm>
                  <a:off x="901700" y="0"/>
                  <a:ext cx="548346" cy="0"/>
                </a:xfrm>
                <a:prstGeom prst="line">
                  <a:avLst/>
                </a:prstGeom>
                <a:noFill/>
                <a:ln w="6350" cap="rnd">
                  <a:solidFill>
                    <a:schemeClr val="bg1"/>
                  </a:solidFill>
                  <a:round/>
                  <a:headEnd/>
                  <a:tailEnd/>
                </a:ln>
              </p:spPr>
            </p:cxnSp>
          </p:grpSp>
        </p:grpSp>
      </p:grpSp>
      <p:grpSp>
        <p:nvGrpSpPr>
          <p:cNvPr id="11" name="组合 2"/>
          <p:cNvGrpSpPr>
            <a:grpSpLocks/>
          </p:cNvGrpSpPr>
          <p:nvPr/>
        </p:nvGrpSpPr>
        <p:grpSpPr bwMode="auto">
          <a:xfrm>
            <a:off x="822325" y="1379538"/>
            <a:ext cx="10242550" cy="3925887"/>
            <a:chOff x="0" y="0"/>
            <a:chExt cx="10241333" cy="3927266"/>
          </a:xfrm>
        </p:grpSpPr>
        <p:sp>
          <p:nvSpPr>
            <p:cNvPr id="3077" name="文本框 90"/>
            <p:cNvSpPr txBox="1">
              <a:spLocks noChangeArrowheads="1"/>
            </p:cNvSpPr>
            <p:nvPr/>
          </p:nvSpPr>
          <p:spPr bwMode="auto">
            <a:xfrm>
              <a:off x="3928649" y="0"/>
              <a:ext cx="2493001" cy="954442"/>
            </a:xfrm>
            <a:prstGeom prst="rect">
              <a:avLst/>
            </a:prstGeom>
            <a:noFill/>
            <a:ln w="9525">
              <a:noFill/>
              <a:miter lim="800000"/>
              <a:headEnd/>
              <a:tailEnd/>
            </a:ln>
          </p:spPr>
          <p:txBody>
            <a:bodyPr>
              <a:spAutoFit/>
            </a:bodyPr>
            <a:lstStyle/>
            <a:p>
              <a:pPr algn="ctr" eaLnBrk="1" hangingPunct="1"/>
              <a:r>
                <a:rPr lang="zh-CN" altLang="en-US" sz="2800" b="1" dirty="0" smtClean="0">
                  <a:solidFill>
                    <a:schemeClr val="bg1"/>
                  </a:solidFill>
                  <a:latin typeface="微软雅黑" pitchFamily="34" charset="-122"/>
                  <a:ea typeface="微软雅黑" pitchFamily="34" charset="-122"/>
                </a:rPr>
                <a:t>目录</a:t>
              </a:r>
              <a:endParaRPr lang="en-US" altLang="zh-CN" sz="2800" b="1" dirty="0" smtClean="0">
                <a:solidFill>
                  <a:schemeClr val="bg1"/>
                </a:solidFill>
                <a:latin typeface="微软雅黑" pitchFamily="34" charset="-122"/>
                <a:ea typeface="微软雅黑" pitchFamily="34" charset="-122"/>
              </a:endParaRPr>
            </a:p>
            <a:p>
              <a:pPr algn="ctr" eaLnBrk="1" hangingPunct="1"/>
              <a:r>
                <a:rPr lang="en-US" altLang="zh-CN" sz="2800" b="1" dirty="0" smtClean="0">
                  <a:solidFill>
                    <a:schemeClr val="bg1"/>
                  </a:solidFill>
                  <a:latin typeface="微软雅黑" pitchFamily="34" charset="-122"/>
                  <a:ea typeface="微软雅黑" pitchFamily="34" charset="-122"/>
                </a:rPr>
                <a:t>CONTENTS</a:t>
              </a:r>
              <a:endParaRPr lang="zh-CN" altLang="en-US" sz="2800" b="1" dirty="0">
                <a:solidFill>
                  <a:schemeClr val="bg1"/>
                </a:solidFill>
                <a:latin typeface="微软雅黑" pitchFamily="34" charset="-122"/>
                <a:ea typeface="微软雅黑" pitchFamily="34" charset="-122"/>
              </a:endParaRPr>
            </a:p>
          </p:txBody>
        </p:sp>
        <p:grpSp>
          <p:nvGrpSpPr>
            <p:cNvPr id="3078" name="组合 106"/>
            <p:cNvGrpSpPr>
              <a:grpSpLocks/>
            </p:cNvGrpSpPr>
            <p:nvPr/>
          </p:nvGrpSpPr>
          <p:grpSpPr bwMode="auto">
            <a:xfrm>
              <a:off x="0" y="3851066"/>
              <a:ext cx="10241331" cy="76200"/>
              <a:chOff x="0" y="0"/>
              <a:chExt cx="4645994" cy="76200"/>
            </a:xfrm>
          </p:grpSpPr>
          <p:cxnSp>
            <p:nvCxnSpPr>
              <p:cNvPr id="3085" name="直接连接符 107"/>
              <p:cNvCxnSpPr>
                <a:cxnSpLocks noChangeShapeType="1"/>
              </p:cNvCxnSpPr>
              <p:nvPr/>
            </p:nvCxnSpPr>
            <p:spPr bwMode="auto">
              <a:xfrm>
                <a:off x="0" y="0"/>
                <a:ext cx="4645994" cy="0"/>
              </a:xfrm>
              <a:prstGeom prst="line">
                <a:avLst/>
              </a:prstGeom>
              <a:noFill/>
              <a:ln w="6350" cap="rnd">
                <a:solidFill>
                  <a:schemeClr val="bg1"/>
                </a:solidFill>
                <a:round/>
                <a:headEnd/>
                <a:tailEnd/>
              </a:ln>
            </p:spPr>
          </p:cxnSp>
          <p:cxnSp>
            <p:nvCxnSpPr>
              <p:cNvPr id="3086" name="直接连接符 108"/>
              <p:cNvCxnSpPr>
                <a:cxnSpLocks noChangeShapeType="1"/>
              </p:cNvCxnSpPr>
              <p:nvPr/>
            </p:nvCxnSpPr>
            <p:spPr bwMode="auto">
              <a:xfrm>
                <a:off x="0" y="76200"/>
                <a:ext cx="4645994" cy="0"/>
              </a:xfrm>
              <a:prstGeom prst="line">
                <a:avLst/>
              </a:prstGeom>
              <a:noFill/>
              <a:ln w="6350" cap="rnd">
                <a:solidFill>
                  <a:schemeClr val="bg1"/>
                </a:solidFill>
                <a:round/>
                <a:headEnd/>
                <a:tailEnd/>
              </a:ln>
            </p:spPr>
          </p:cxnSp>
        </p:grpSp>
        <p:grpSp>
          <p:nvGrpSpPr>
            <p:cNvPr id="3079" name="组合 74"/>
            <p:cNvGrpSpPr>
              <a:grpSpLocks/>
            </p:cNvGrpSpPr>
            <p:nvPr/>
          </p:nvGrpSpPr>
          <p:grpSpPr bwMode="auto">
            <a:xfrm>
              <a:off x="1" y="201464"/>
              <a:ext cx="3649356" cy="76200"/>
              <a:chOff x="0" y="0"/>
              <a:chExt cx="4645994" cy="76200"/>
            </a:xfrm>
          </p:grpSpPr>
          <p:cxnSp>
            <p:nvCxnSpPr>
              <p:cNvPr id="3083" name="直接连接符 80"/>
              <p:cNvCxnSpPr>
                <a:cxnSpLocks noChangeShapeType="1"/>
              </p:cNvCxnSpPr>
              <p:nvPr/>
            </p:nvCxnSpPr>
            <p:spPr bwMode="auto">
              <a:xfrm>
                <a:off x="0" y="0"/>
                <a:ext cx="4645994" cy="0"/>
              </a:xfrm>
              <a:prstGeom prst="line">
                <a:avLst/>
              </a:prstGeom>
              <a:noFill/>
              <a:ln w="6350" cap="rnd">
                <a:solidFill>
                  <a:schemeClr val="bg1"/>
                </a:solidFill>
                <a:round/>
                <a:headEnd/>
                <a:tailEnd/>
              </a:ln>
            </p:spPr>
          </p:cxnSp>
          <p:cxnSp>
            <p:nvCxnSpPr>
              <p:cNvPr id="3084" name="直接连接符 81"/>
              <p:cNvCxnSpPr>
                <a:cxnSpLocks noChangeShapeType="1"/>
              </p:cNvCxnSpPr>
              <p:nvPr/>
            </p:nvCxnSpPr>
            <p:spPr bwMode="auto">
              <a:xfrm>
                <a:off x="0" y="76200"/>
                <a:ext cx="4645994" cy="0"/>
              </a:xfrm>
              <a:prstGeom prst="line">
                <a:avLst/>
              </a:prstGeom>
              <a:noFill/>
              <a:ln w="6350" cap="rnd">
                <a:solidFill>
                  <a:schemeClr val="bg1"/>
                </a:solidFill>
                <a:round/>
                <a:headEnd/>
                <a:tailEnd/>
              </a:ln>
            </p:spPr>
          </p:cxnSp>
        </p:grpSp>
        <p:grpSp>
          <p:nvGrpSpPr>
            <p:cNvPr id="3080" name="组合 82"/>
            <p:cNvGrpSpPr>
              <a:grpSpLocks/>
            </p:cNvGrpSpPr>
            <p:nvPr/>
          </p:nvGrpSpPr>
          <p:grpSpPr bwMode="auto">
            <a:xfrm>
              <a:off x="6591977" y="201464"/>
              <a:ext cx="3649356" cy="76200"/>
              <a:chOff x="0" y="0"/>
              <a:chExt cx="4645994" cy="76200"/>
            </a:xfrm>
          </p:grpSpPr>
          <p:cxnSp>
            <p:nvCxnSpPr>
              <p:cNvPr id="3081" name="直接连接符 83"/>
              <p:cNvCxnSpPr>
                <a:cxnSpLocks noChangeShapeType="1"/>
              </p:cNvCxnSpPr>
              <p:nvPr/>
            </p:nvCxnSpPr>
            <p:spPr bwMode="auto">
              <a:xfrm>
                <a:off x="0" y="0"/>
                <a:ext cx="4645994" cy="0"/>
              </a:xfrm>
              <a:prstGeom prst="line">
                <a:avLst/>
              </a:prstGeom>
              <a:noFill/>
              <a:ln w="6350" cap="rnd">
                <a:solidFill>
                  <a:schemeClr val="bg1"/>
                </a:solidFill>
                <a:round/>
                <a:headEnd/>
                <a:tailEnd/>
              </a:ln>
            </p:spPr>
          </p:cxnSp>
          <p:cxnSp>
            <p:nvCxnSpPr>
              <p:cNvPr id="3082" name="直接连接符 84"/>
              <p:cNvCxnSpPr>
                <a:cxnSpLocks noChangeShapeType="1"/>
              </p:cNvCxnSpPr>
              <p:nvPr/>
            </p:nvCxnSpPr>
            <p:spPr bwMode="auto">
              <a:xfrm>
                <a:off x="0" y="76200"/>
                <a:ext cx="4645994" cy="0"/>
              </a:xfrm>
              <a:prstGeom prst="line">
                <a:avLst/>
              </a:prstGeom>
              <a:noFill/>
              <a:ln w="6350" cap="rnd">
                <a:solidFill>
                  <a:schemeClr val="bg1"/>
                </a:solidFill>
                <a:round/>
                <a:headEnd/>
                <a:tailEnd/>
              </a:ln>
            </p:spPr>
          </p:cxnSp>
        </p:gr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1200"/>
                                        <p:tgtEl>
                                          <p:spTgt spid="11"/>
                                        </p:tgtEl>
                                      </p:cBhvr>
                                    </p:animEffect>
                                  </p:childTnLst>
                                </p:cTn>
                              </p:par>
                              <p:par>
                                <p:cTn id="8" presetID="16" presetClass="entr" presetSubtype="37"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outVertical)">
                                      <p:cBhvr>
                                        <p:cTn id="10" dur="12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48919"/>
          </a:xfrm>
          <a:prstGeom prst="rect">
            <a:avLst/>
          </a:prstGeom>
        </p:spPr>
      </p:pic>
      <p:sp>
        <p:nvSpPr>
          <p:cNvPr id="4" name="文本框 3"/>
          <p:cNvSpPr txBox="1"/>
          <p:nvPr/>
        </p:nvSpPr>
        <p:spPr>
          <a:xfrm>
            <a:off x="3842326" y="554182"/>
            <a:ext cx="4224459" cy="584775"/>
          </a:xfrm>
          <a:prstGeom prst="rect">
            <a:avLst/>
          </a:prstGeom>
          <a:noFill/>
        </p:spPr>
        <p:txBody>
          <a:bodyPr wrap="square" rtlCol="0">
            <a:spAutoFit/>
          </a:bodyPr>
          <a:lstStyle/>
          <a:p>
            <a:pPr algn="ctr"/>
            <a:r>
              <a:rPr lang="zh-CN" altLang="en-US" sz="2400" dirty="0">
                <a:solidFill>
                  <a:schemeClr val="bg1"/>
                </a:solidFill>
              </a:rPr>
              <a:t>定义</a:t>
            </a:r>
            <a:r>
              <a:rPr lang="zh-CN" altLang="en-US" sz="3200" b="1" i="1" dirty="0" smtClean="0">
                <a:solidFill>
                  <a:schemeClr val="bg1"/>
                </a:solidFill>
                <a:latin typeface="黑体" panose="02010609060101010101" pitchFamily="49" charset="-122"/>
                <a:ea typeface="黑体" panose="02010609060101010101" pitchFamily="49" charset="-122"/>
              </a:rPr>
              <a:t>科技（</a:t>
            </a:r>
            <a:r>
              <a:rPr lang="en-US" altLang="zh-CN" sz="3200" b="1" i="1" dirty="0" smtClean="0">
                <a:solidFill>
                  <a:schemeClr val="bg1"/>
                </a:solidFill>
                <a:latin typeface="黑体" panose="02010609060101010101" pitchFamily="49" charset="-122"/>
                <a:ea typeface="黑体" panose="02010609060101010101" pitchFamily="49" charset="-122"/>
              </a:rPr>
              <a:t>Science</a:t>
            </a:r>
            <a:r>
              <a:rPr lang="zh-CN" altLang="en-US" sz="3200" b="1" i="1" dirty="0" smtClean="0">
                <a:solidFill>
                  <a:schemeClr val="bg1"/>
                </a:solidFill>
                <a:latin typeface="黑体" panose="02010609060101010101" pitchFamily="49" charset="-122"/>
                <a:ea typeface="黑体" panose="02010609060101010101" pitchFamily="49" charset="-122"/>
              </a:rPr>
              <a:t>）</a:t>
            </a:r>
            <a:endParaRPr lang="zh-CN" altLang="en-US" dirty="0">
              <a:solidFill>
                <a:schemeClr val="bg1"/>
              </a:solidFill>
            </a:endParaRPr>
          </a:p>
        </p:txBody>
      </p:sp>
      <p:sp>
        <p:nvSpPr>
          <p:cNvPr id="5" name="文本框 4"/>
          <p:cNvSpPr txBox="1"/>
          <p:nvPr/>
        </p:nvSpPr>
        <p:spPr>
          <a:xfrm>
            <a:off x="1099225" y="1439693"/>
            <a:ext cx="10554511" cy="4893647"/>
          </a:xfrm>
          <a:prstGeom prst="rect">
            <a:avLst/>
          </a:prstGeom>
          <a:noFill/>
        </p:spPr>
        <p:txBody>
          <a:bodyPr wrap="square" rtlCol="0">
            <a:spAutoFit/>
          </a:bodyPr>
          <a:lstStyle/>
          <a:p>
            <a:pPr marL="400050" indent="-400050">
              <a:buFont typeface="Wingdings" panose="05000000000000000000" pitchFamily="2" charset="2"/>
              <a:buChar char="l"/>
            </a:pPr>
            <a:r>
              <a:rPr lang="zh-CN" altLang="en-US" sz="2400" dirty="0">
                <a:solidFill>
                  <a:schemeClr val="accent1">
                    <a:lumMod val="40000"/>
                    <a:lumOff val="60000"/>
                  </a:schemeClr>
                </a:solidFill>
              </a:rPr>
              <a:t>传统认为，科学是人类所积累的关于自然、社会、思维的知识体系</a:t>
            </a:r>
            <a:r>
              <a:rPr lang="zh-CN" altLang="en-US" sz="2400" dirty="0" smtClean="0">
                <a:solidFill>
                  <a:schemeClr val="accent1">
                    <a:lumMod val="40000"/>
                    <a:lumOff val="60000"/>
                  </a:schemeClr>
                </a:solidFill>
              </a:rPr>
              <a:t>。</a:t>
            </a:r>
            <a:endParaRPr lang="en-US" altLang="zh-CN" sz="2400" dirty="0" smtClean="0">
              <a:solidFill>
                <a:schemeClr val="accent1">
                  <a:lumMod val="40000"/>
                  <a:lumOff val="60000"/>
                </a:schemeClr>
              </a:solidFill>
            </a:endParaRPr>
          </a:p>
          <a:p>
            <a:endParaRPr lang="en-US" altLang="zh-CN" sz="2400" dirty="0">
              <a:solidFill>
                <a:schemeClr val="accent1">
                  <a:lumMod val="40000"/>
                  <a:lumOff val="60000"/>
                </a:schemeClr>
              </a:solidFill>
            </a:endParaRPr>
          </a:p>
          <a:p>
            <a:endParaRPr lang="en-US" altLang="zh-CN" sz="2400" dirty="0" smtClean="0">
              <a:solidFill>
                <a:schemeClr val="accent1">
                  <a:lumMod val="40000"/>
                  <a:lumOff val="60000"/>
                </a:schemeClr>
              </a:solidFill>
            </a:endParaRPr>
          </a:p>
          <a:p>
            <a:endParaRPr lang="en-US" altLang="zh-CN" sz="2400" dirty="0" smtClean="0">
              <a:solidFill>
                <a:schemeClr val="accent1">
                  <a:lumMod val="40000"/>
                  <a:lumOff val="60000"/>
                </a:schemeClr>
              </a:solidFill>
            </a:endParaRPr>
          </a:p>
          <a:p>
            <a:pPr marL="400050" indent="-400050">
              <a:buFont typeface="Wingdings" panose="05000000000000000000" pitchFamily="2" charset="2"/>
              <a:buChar char="l"/>
            </a:pPr>
            <a:r>
              <a:rPr lang="zh-CN" altLang="en-US" sz="2400" dirty="0">
                <a:solidFill>
                  <a:schemeClr val="accent1">
                    <a:lumMod val="40000"/>
                    <a:lumOff val="60000"/>
                  </a:schemeClr>
                </a:solidFill>
              </a:rPr>
              <a:t>我们所说的“科学”指研究自然现象及其规律的自然科学</a:t>
            </a:r>
            <a:r>
              <a:rPr lang="en-US" altLang="zh-CN" sz="2400" dirty="0">
                <a:solidFill>
                  <a:schemeClr val="accent1">
                    <a:lumMod val="40000"/>
                    <a:lumOff val="60000"/>
                  </a:schemeClr>
                </a:solidFill>
              </a:rPr>
              <a:t>;</a:t>
            </a:r>
            <a:r>
              <a:rPr lang="zh-CN" altLang="en-US" sz="2400" dirty="0">
                <a:solidFill>
                  <a:schemeClr val="accent1">
                    <a:lumMod val="40000"/>
                    <a:lumOff val="60000"/>
                  </a:schemeClr>
                </a:solidFill>
              </a:rPr>
              <a:t>技术泛指根据自然科学原理生产实践经验</a:t>
            </a:r>
            <a:r>
              <a:rPr lang="en-US" altLang="zh-CN" sz="2400" dirty="0">
                <a:solidFill>
                  <a:schemeClr val="accent1">
                    <a:lumMod val="40000"/>
                    <a:lumOff val="60000"/>
                  </a:schemeClr>
                </a:solidFill>
              </a:rPr>
              <a:t>,</a:t>
            </a:r>
            <a:r>
              <a:rPr lang="zh-CN" altLang="en-US" sz="2400" dirty="0">
                <a:solidFill>
                  <a:schemeClr val="accent1">
                    <a:lumMod val="40000"/>
                    <a:lumOff val="60000"/>
                  </a:schemeClr>
                </a:solidFill>
              </a:rPr>
              <a:t>为某一实际目的而协同组成的各种工具、设备、技术和工艺体系</a:t>
            </a:r>
            <a:r>
              <a:rPr lang="en-US" altLang="zh-CN" sz="2400" dirty="0">
                <a:solidFill>
                  <a:schemeClr val="accent1">
                    <a:lumMod val="40000"/>
                    <a:lumOff val="60000"/>
                  </a:schemeClr>
                </a:solidFill>
              </a:rPr>
              <a:t>,</a:t>
            </a:r>
            <a:r>
              <a:rPr lang="zh-CN" altLang="en-US" sz="2400" dirty="0">
                <a:solidFill>
                  <a:schemeClr val="accent1">
                    <a:lumMod val="40000"/>
                    <a:lumOff val="60000"/>
                  </a:schemeClr>
                </a:solidFill>
              </a:rPr>
              <a:t>但不包括与社会科学相应的技术内容</a:t>
            </a:r>
            <a:r>
              <a:rPr lang="zh-CN" altLang="en-US" sz="2400" dirty="0" smtClean="0">
                <a:solidFill>
                  <a:schemeClr val="accent1">
                    <a:lumMod val="40000"/>
                    <a:lumOff val="60000"/>
                  </a:schemeClr>
                </a:solidFill>
              </a:rPr>
              <a:t>。</a:t>
            </a:r>
            <a:endParaRPr lang="en-US" altLang="zh-CN" sz="2400" dirty="0" smtClean="0">
              <a:solidFill>
                <a:schemeClr val="accent1">
                  <a:lumMod val="40000"/>
                  <a:lumOff val="60000"/>
                </a:schemeClr>
              </a:solidFill>
            </a:endParaRPr>
          </a:p>
          <a:p>
            <a:endParaRPr lang="en-US" altLang="zh-CN" sz="2400" dirty="0" smtClean="0">
              <a:solidFill>
                <a:schemeClr val="accent1">
                  <a:lumMod val="40000"/>
                  <a:lumOff val="60000"/>
                </a:schemeClr>
              </a:solidFill>
            </a:endParaRPr>
          </a:p>
          <a:p>
            <a:endParaRPr lang="en-US" altLang="zh-CN" sz="2400" dirty="0" smtClean="0">
              <a:solidFill>
                <a:schemeClr val="accent1">
                  <a:lumMod val="40000"/>
                  <a:lumOff val="60000"/>
                </a:schemeClr>
              </a:solidFill>
            </a:endParaRPr>
          </a:p>
          <a:p>
            <a:endParaRPr lang="zh-CN" altLang="en-US" sz="2400" dirty="0">
              <a:solidFill>
                <a:schemeClr val="accent1">
                  <a:lumMod val="40000"/>
                  <a:lumOff val="60000"/>
                </a:schemeClr>
              </a:solidFill>
            </a:endParaRPr>
          </a:p>
          <a:p>
            <a:pPr marL="400050" indent="-400050">
              <a:buFont typeface="Wingdings" panose="05000000000000000000" pitchFamily="2" charset="2"/>
              <a:buChar char="l"/>
            </a:pPr>
            <a:r>
              <a:rPr lang="zh-CN" altLang="en-US" sz="2400" dirty="0">
                <a:solidFill>
                  <a:schemeClr val="accent1">
                    <a:lumMod val="40000"/>
                    <a:lumOff val="60000"/>
                  </a:schemeClr>
                </a:solidFill>
              </a:rPr>
              <a:t>科学与技术是辩证统一</a:t>
            </a:r>
            <a:r>
              <a:rPr lang="en-US" altLang="zh-CN" sz="2400" dirty="0">
                <a:solidFill>
                  <a:schemeClr val="accent1">
                    <a:lumMod val="40000"/>
                    <a:lumOff val="60000"/>
                  </a:schemeClr>
                </a:solidFill>
              </a:rPr>
              <a:t>-</a:t>
            </a:r>
            <a:r>
              <a:rPr lang="zh-CN" altLang="en-US" sz="2400" dirty="0">
                <a:solidFill>
                  <a:schemeClr val="accent1">
                    <a:lumMod val="40000"/>
                    <a:lumOff val="60000"/>
                  </a:schemeClr>
                </a:solidFill>
              </a:rPr>
              <a:t>体 </a:t>
            </a:r>
            <a:r>
              <a:rPr lang="en-US" altLang="zh-CN" sz="2400" dirty="0">
                <a:solidFill>
                  <a:schemeClr val="accent1">
                    <a:lumMod val="40000"/>
                    <a:lumOff val="60000"/>
                  </a:schemeClr>
                </a:solidFill>
              </a:rPr>
              <a:t>,</a:t>
            </a:r>
            <a:r>
              <a:rPr lang="zh-CN" altLang="en-US" sz="2400" dirty="0">
                <a:solidFill>
                  <a:schemeClr val="accent1">
                    <a:lumMod val="40000"/>
                    <a:lumOff val="60000"/>
                  </a:schemeClr>
                </a:solidFill>
              </a:rPr>
              <a:t>技术提出课题</a:t>
            </a:r>
            <a:r>
              <a:rPr lang="en-US" altLang="zh-CN" sz="2400" dirty="0">
                <a:solidFill>
                  <a:schemeClr val="accent1">
                    <a:lumMod val="40000"/>
                    <a:lumOff val="60000"/>
                  </a:schemeClr>
                </a:solidFill>
              </a:rPr>
              <a:t>,</a:t>
            </a:r>
            <a:r>
              <a:rPr lang="zh-CN" altLang="en-US" sz="2400" dirty="0">
                <a:solidFill>
                  <a:schemeClr val="accent1">
                    <a:lumMod val="40000"/>
                    <a:lumOff val="60000"/>
                  </a:schemeClr>
                </a:solidFill>
              </a:rPr>
              <a:t>科学完成课题</a:t>
            </a:r>
            <a:r>
              <a:rPr lang="en-US" altLang="zh-CN" sz="2400" dirty="0">
                <a:solidFill>
                  <a:schemeClr val="accent1">
                    <a:lumMod val="40000"/>
                    <a:lumOff val="60000"/>
                  </a:schemeClr>
                </a:solidFill>
              </a:rPr>
              <a:t>,</a:t>
            </a:r>
            <a:r>
              <a:rPr lang="zh-CN" altLang="en-US" sz="2400" dirty="0">
                <a:solidFill>
                  <a:schemeClr val="accent1">
                    <a:lumMod val="40000"/>
                    <a:lumOff val="60000"/>
                  </a:schemeClr>
                </a:solidFill>
              </a:rPr>
              <a:t>科学是发现，是技术的理论指导</a:t>
            </a:r>
            <a:r>
              <a:rPr lang="en-US" altLang="zh-CN" sz="2400" dirty="0">
                <a:solidFill>
                  <a:schemeClr val="accent1">
                    <a:lumMod val="40000"/>
                    <a:lumOff val="60000"/>
                  </a:schemeClr>
                </a:solidFill>
              </a:rPr>
              <a:t>;</a:t>
            </a:r>
            <a:r>
              <a:rPr lang="zh-CN" altLang="en-US" sz="2400" dirty="0">
                <a:solidFill>
                  <a:schemeClr val="accent1">
                    <a:lumMod val="40000"/>
                    <a:lumOff val="60000"/>
                  </a:schemeClr>
                </a:solidFill>
              </a:rPr>
              <a:t>技术是发明</a:t>
            </a:r>
            <a:r>
              <a:rPr lang="en-US" altLang="zh-CN" sz="2400" dirty="0">
                <a:solidFill>
                  <a:schemeClr val="accent1">
                    <a:lumMod val="40000"/>
                    <a:lumOff val="60000"/>
                  </a:schemeClr>
                </a:solidFill>
              </a:rPr>
              <a:t>,</a:t>
            </a:r>
            <a:r>
              <a:rPr lang="zh-CN" altLang="en-US" sz="2400" dirty="0">
                <a:solidFill>
                  <a:schemeClr val="accent1">
                    <a:lumMod val="40000"/>
                    <a:lumOff val="60000"/>
                  </a:schemeClr>
                </a:solidFill>
              </a:rPr>
              <a:t>是科学的实际</a:t>
            </a:r>
            <a:r>
              <a:rPr lang="zh-CN" altLang="en-US" sz="2400" dirty="0" smtClean="0">
                <a:solidFill>
                  <a:schemeClr val="accent1">
                    <a:lumMod val="40000"/>
                    <a:lumOff val="60000"/>
                  </a:schemeClr>
                </a:solidFill>
              </a:rPr>
              <a:t>运用。</a:t>
            </a:r>
          </a:p>
          <a:p>
            <a:pPr marL="400050" indent="-400050">
              <a:buFont typeface="+mj-lt"/>
              <a:buAutoNum type="romanUcPeriod"/>
            </a:pPr>
            <a:endParaRPr lang="zh-CN" altLang="en-US" sz="2400" dirty="0">
              <a:solidFill>
                <a:schemeClr val="accent1">
                  <a:lumMod val="40000"/>
                  <a:lumOff val="60000"/>
                </a:schemeClr>
              </a:solidFill>
            </a:endParaRPr>
          </a:p>
        </p:txBody>
      </p:sp>
      <p:sp>
        <p:nvSpPr>
          <p:cNvPr id="6" name="左箭头 5"/>
          <p:cNvSpPr/>
          <p:nvPr/>
        </p:nvSpPr>
        <p:spPr bwMode="auto">
          <a:xfrm>
            <a:off x="10474037" y="5898402"/>
            <a:ext cx="858982" cy="692727"/>
          </a:xfrm>
          <a:prstGeom prst="leftArrow">
            <a:avLst>
              <a:gd name="adj1" fmla="val 50000"/>
              <a:gd name="adj2" fmla="val 39333"/>
            </a:avLst>
          </a:prstGeom>
          <a:solidFill>
            <a:schemeClr val="accent5">
              <a:lumMod val="90000"/>
            </a:schemeClr>
          </a:solidFill>
          <a:ln w="9525" cap="flat" cmpd="sng" algn="ctr">
            <a:solidFill>
              <a:schemeClr val="accent1">
                <a:lumMod val="20000"/>
                <a:lumOff val="80000"/>
              </a:schemeClr>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US" altLang="zh-CN" dirty="0">
                <a:solidFill>
                  <a:schemeClr val="accent3">
                    <a:lumMod val="95000"/>
                  </a:schemeClr>
                </a:solidFill>
                <a:hlinkClick r:id="rId3" action="ppaction://hlinksldjump"/>
              </a:rPr>
              <a:t>B</a:t>
            </a:r>
            <a:r>
              <a:rPr kumimoji="0" lang="en-US" altLang="zh-CN" sz="1800" b="0" i="0" u="none" strike="noStrike" cap="none" normalizeH="0" baseline="0" dirty="0" smtClean="0">
                <a:ln>
                  <a:noFill/>
                </a:ln>
                <a:solidFill>
                  <a:schemeClr val="accent3">
                    <a:lumMod val="95000"/>
                  </a:schemeClr>
                </a:solidFill>
                <a:effectLst/>
                <a:hlinkClick r:id="rId3" action="ppaction://hlinksldjump"/>
              </a:rPr>
              <a:t>ack</a:t>
            </a:r>
            <a:endParaRPr kumimoji="0" lang="zh-CN" altLang="en-US" sz="1800" b="0" i="0" u="none" strike="noStrike" cap="none" normalizeH="0" baseline="0" dirty="0" smtClean="0">
              <a:ln>
                <a:noFill/>
              </a:ln>
              <a:solidFill>
                <a:schemeClr val="accent3">
                  <a:lumMod val="95000"/>
                </a:schemeClr>
              </a:solidFill>
              <a:effectLst/>
              <a:latin typeface="Calibri" pitchFamily="34" charset="0"/>
              <a:ea typeface="宋体" pitchFamily="2" charset="-122"/>
            </a:endParaRPr>
          </a:p>
        </p:txBody>
      </p:sp>
    </p:spTree>
    <p:extLst>
      <p:ext uri="{BB962C8B-B14F-4D97-AF65-F5344CB8AC3E}">
        <p14:creationId xmlns:p14="http://schemas.microsoft.com/office/powerpoint/2010/main" val="29096889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5"/>
                                        </p:tgtEl>
                                        <p:attrNameLst>
                                          <p:attrName>ppt_x</p:attrName>
                                          <p:attrName>ppt_y</p:attrName>
                                        </p:attrNameLst>
                                      </p:cBhvr>
                                    </p:animMotion>
                                    <p:animRot by="1500000">
                                      <p:cBhvr>
                                        <p:cTn id="7" dur="125" fill="hold">
                                          <p:stCondLst>
                                            <p:cond delay="0"/>
                                          </p:stCondLst>
                                        </p:cTn>
                                        <p:tgtEl>
                                          <p:spTgt spid="5"/>
                                        </p:tgtEl>
                                        <p:attrNameLst>
                                          <p:attrName>r</p:attrName>
                                        </p:attrNameLst>
                                      </p:cBhvr>
                                    </p:animRot>
                                    <p:animRot by="-1500000">
                                      <p:cBhvr>
                                        <p:cTn id="8" dur="125" fill="hold">
                                          <p:stCondLst>
                                            <p:cond delay="125"/>
                                          </p:stCondLst>
                                        </p:cTn>
                                        <p:tgtEl>
                                          <p:spTgt spid="5"/>
                                        </p:tgtEl>
                                        <p:attrNameLst>
                                          <p:attrName>r</p:attrName>
                                        </p:attrNameLst>
                                      </p:cBhvr>
                                    </p:animRot>
                                    <p:animRot by="-1500000">
                                      <p:cBhvr>
                                        <p:cTn id="9" dur="125" fill="hold">
                                          <p:stCondLst>
                                            <p:cond delay="250"/>
                                          </p:stCondLst>
                                        </p:cTn>
                                        <p:tgtEl>
                                          <p:spTgt spid="5"/>
                                        </p:tgtEl>
                                        <p:attrNameLst>
                                          <p:attrName>r</p:attrName>
                                        </p:attrNameLst>
                                      </p:cBhvr>
                                    </p:animRot>
                                    <p:animRot by="1500000">
                                      <p:cBhvr>
                                        <p:cTn id="10" dur="125" fill="hold">
                                          <p:stCondLst>
                                            <p:cond delay="375"/>
                                          </p:stCondLst>
                                        </p:cTn>
                                        <p:tgtEl>
                                          <p:spTgt spid="5"/>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4" presetClass="emph" presetSubtype="0" fill="hold" grpId="1" nodeType="clickEffect">
                                  <p:stCondLst>
                                    <p:cond delay="0"/>
                                  </p:stCondLst>
                                  <p:iterate type="lt">
                                    <p:tmPct val="10000"/>
                                  </p:iterate>
                                  <p:childTnLst>
                                    <p:animMotion origin="layout" path="M 0.0 0.0 L 0.0 -0.07213" pathEditMode="relative" ptsTypes="">
                                      <p:cBhvr>
                                        <p:cTn id="14" dur="250" accel="50000" decel="50000" autoRev="1" fill="hold">
                                          <p:stCondLst>
                                            <p:cond delay="0"/>
                                          </p:stCondLst>
                                        </p:cTn>
                                        <p:tgtEl>
                                          <p:spTgt spid="5"/>
                                        </p:tgtEl>
                                        <p:attrNameLst>
                                          <p:attrName>ppt_x</p:attrName>
                                          <p:attrName>ppt_y</p:attrName>
                                        </p:attrNameLst>
                                      </p:cBhvr>
                                    </p:animMotion>
                                    <p:animRot by="1500000">
                                      <p:cBhvr>
                                        <p:cTn id="15" dur="125" fill="hold">
                                          <p:stCondLst>
                                            <p:cond delay="0"/>
                                          </p:stCondLst>
                                        </p:cTn>
                                        <p:tgtEl>
                                          <p:spTgt spid="5"/>
                                        </p:tgtEl>
                                        <p:attrNameLst>
                                          <p:attrName>r</p:attrName>
                                        </p:attrNameLst>
                                      </p:cBhvr>
                                    </p:animRot>
                                    <p:animRot by="-1500000">
                                      <p:cBhvr>
                                        <p:cTn id="16" dur="125" fill="hold">
                                          <p:stCondLst>
                                            <p:cond delay="125"/>
                                          </p:stCondLst>
                                        </p:cTn>
                                        <p:tgtEl>
                                          <p:spTgt spid="5"/>
                                        </p:tgtEl>
                                        <p:attrNameLst>
                                          <p:attrName>r</p:attrName>
                                        </p:attrNameLst>
                                      </p:cBhvr>
                                    </p:animRot>
                                    <p:animRot by="-1500000">
                                      <p:cBhvr>
                                        <p:cTn id="17" dur="125" fill="hold">
                                          <p:stCondLst>
                                            <p:cond delay="250"/>
                                          </p:stCondLst>
                                        </p:cTn>
                                        <p:tgtEl>
                                          <p:spTgt spid="5"/>
                                        </p:tgtEl>
                                        <p:attrNameLst>
                                          <p:attrName>r</p:attrName>
                                        </p:attrNameLst>
                                      </p:cBhvr>
                                    </p:animRot>
                                    <p:animRot by="1500000">
                                      <p:cBhvr>
                                        <p:cTn id="18" dur="125" fill="hold">
                                          <p:stCondLst>
                                            <p:cond delay="375"/>
                                          </p:stCondLst>
                                        </p:cTn>
                                        <p:tgtEl>
                                          <p:spTgt spid="5"/>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checkerboard(across)">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15556" cy="6858000"/>
          </a:xfrm>
          <a:prstGeom prst="rect">
            <a:avLst/>
          </a:prstGeom>
        </p:spPr>
      </p:pic>
      <p:sp>
        <p:nvSpPr>
          <p:cNvPr id="4" name="文本框 3"/>
          <p:cNvSpPr txBox="1"/>
          <p:nvPr/>
        </p:nvSpPr>
        <p:spPr>
          <a:xfrm>
            <a:off x="4391890" y="611074"/>
            <a:ext cx="3112655" cy="523220"/>
          </a:xfrm>
          <a:prstGeom prst="rect">
            <a:avLst/>
          </a:prstGeom>
          <a:noFill/>
        </p:spPr>
        <p:txBody>
          <a:bodyPr wrap="square" rtlCol="0">
            <a:spAutoFit/>
          </a:bodyPr>
          <a:lstStyle/>
          <a:p>
            <a:r>
              <a:rPr lang="zh-CN" altLang="en-US" sz="2800" i="1" dirty="0" smtClean="0">
                <a:solidFill>
                  <a:schemeClr val="bg1"/>
                </a:solidFill>
              </a:rPr>
              <a:t>中国科技</a:t>
            </a:r>
            <a:r>
              <a:rPr lang="zh-CN" altLang="en-US" sz="2800" b="1" i="1" dirty="0" smtClean="0">
                <a:solidFill>
                  <a:schemeClr val="bg1"/>
                </a:solidFill>
              </a:rPr>
              <a:t>发展历程</a:t>
            </a:r>
            <a:endParaRPr lang="zh-CN" altLang="en-US" sz="2800" b="1" i="1" dirty="0">
              <a:solidFill>
                <a:schemeClr val="bg1"/>
              </a:solidFill>
            </a:endParaRPr>
          </a:p>
        </p:txBody>
      </p:sp>
      <p:sp>
        <p:nvSpPr>
          <p:cNvPr id="5" name="文本框 4"/>
          <p:cNvSpPr txBox="1"/>
          <p:nvPr/>
        </p:nvSpPr>
        <p:spPr>
          <a:xfrm>
            <a:off x="757382" y="1318491"/>
            <a:ext cx="10381672" cy="4832092"/>
          </a:xfrm>
          <a:prstGeom prst="rect">
            <a:avLst/>
          </a:prstGeom>
          <a:noFill/>
        </p:spPr>
        <p:txBody>
          <a:bodyPr wrap="square" rtlCol="0">
            <a:spAutoFit/>
          </a:bodyPr>
          <a:lstStyle/>
          <a:p>
            <a:r>
              <a:rPr lang="zh-CN" altLang="en-US" sz="2800" dirty="0">
                <a:solidFill>
                  <a:schemeClr val="accent1">
                    <a:lumMod val="60000"/>
                    <a:lumOff val="40000"/>
                  </a:schemeClr>
                </a:solidFill>
              </a:rPr>
              <a:t>中国是见长于技术发明与工程创造的文明古国，也形成了较为完备的传统科技知识体系。从青铜礼器和工具的铸造、生铁冶铸技术的发展，到都江堰、万里长城等大型工程的兴建，古代中国创造了举世瞩目的科技成就；造纸术、印刷术、火药和指南针四大发明的创造与传播，不仅深刻改变了中国的历史进程，而且大大促进了人类文明的发展，甚至改变了整个世界的面貌；传统天文学以天象与数值计算的历法为主，其天象记录以连续性和资料完整性而著称于世；传统数学则注重解决实际问题，</a:t>
            </a:r>
            <a:r>
              <a:rPr lang="en-US" altLang="zh-CN" sz="2800" dirty="0">
                <a:solidFill>
                  <a:schemeClr val="accent1">
                    <a:lumMod val="60000"/>
                    <a:lumOff val="40000"/>
                  </a:schemeClr>
                </a:solidFill>
              </a:rPr>
              <a:t>《</a:t>
            </a:r>
            <a:r>
              <a:rPr lang="zh-CN" altLang="en-US" sz="2800" dirty="0">
                <a:solidFill>
                  <a:schemeClr val="accent1">
                    <a:lumMod val="60000"/>
                    <a:lumOff val="40000"/>
                  </a:schemeClr>
                </a:solidFill>
              </a:rPr>
              <a:t>九章算术</a:t>
            </a:r>
            <a:r>
              <a:rPr lang="en-US" altLang="zh-CN" sz="2800" dirty="0">
                <a:solidFill>
                  <a:schemeClr val="accent1">
                    <a:lumMod val="60000"/>
                    <a:lumOff val="40000"/>
                  </a:schemeClr>
                </a:solidFill>
              </a:rPr>
              <a:t>》</a:t>
            </a:r>
            <a:r>
              <a:rPr lang="zh-CN" altLang="en-US" sz="2800" dirty="0">
                <a:solidFill>
                  <a:schemeClr val="accent1">
                    <a:lumMod val="60000"/>
                    <a:lumOff val="40000"/>
                  </a:schemeClr>
                </a:solidFill>
              </a:rPr>
              <a:t>、割圆术、圆周率的精确计算及高次方程的数值解法和多元高次方程组解法等，尽显其知识体系与水平；中医和中药学是迄今仍发挥重要作用的传统科技知识</a:t>
            </a:r>
            <a:r>
              <a:rPr lang="zh-CN" altLang="en-US" sz="2800" dirty="0" smtClean="0">
                <a:solidFill>
                  <a:schemeClr val="accent1">
                    <a:lumMod val="60000"/>
                    <a:lumOff val="40000"/>
                  </a:schemeClr>
                </a:solidFill>
              </a:rPr>
              <a:t>分支。</a:t>
            </a:r>
            <a:endParaRPr lang="zh-CN" altLang="en-US" sz="2800" dirty="0">
              <a:solidFill>
                <a:schemeClr val="accent1">
                  <a:lumMod val="60000"/>
                  <a:lumOff val="40000"/>
                </a:schemeClr>
              </a:solidFill>
            </a:endParaRPr>
          </a:p>
        </p:txBody>
      </p:sp>
    </p:spTree>
    <p:extLst>
      <p:ext uri="{BB962C8B-B14F-4D97-AF65-F5344CB8AC3E}">
        <p14:creationId xmlns:p14="http://schemas.microsoft.com/office/powerpoint/2010/main" val="31337083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grpId="0" nodeType="clickEffect">
                                  <p:stCondLst>
                                    <p:cond delay="0"/>
                                  </p:stCondLst>
                                  <p:childTnLst>
                                    <p:animEffect transition="out" filter="fade">
                                      <p:cBhvr>
                                        <p:cTn id="6" dur="2000"/>
                                        <p:tgtEl>
                                          <p:spTgt spid="5"/>
                                        </p:tgtEl>
                                      </p:cBhvr>
                                    </p:animEffect>
                                    <p:anim calcmode="lin" valueType="num">
                                      <p:cBhvr>
                                        <p:cTn id="7" dur="2000"/>
                                        <p:tgtEl>
                                          <p:spTgt spid="5"/>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5"/>
                                        </p:tgtEl>
                                        <p:attrNameLst>
                                          <p:attrName>ppt_h</p:attrName>
                                        </p:attrNameLst>
                                      </p:cBhvr>
                                      <p:tavLst>
                                        <p:tav tm="0">
                                          <p:val>
                                            <p:strVal val="ppt_h"/>
                                          </p:val>
                                        </p:tav>
                                        <p:tav tm="100000">
                                          <p:val>
                                            <p:strVal val="ppt_h"/>
                                          </p:val>
                                        </p:tav>
                                      </p:tavLst>
                                    </p:anim>
                                    <p:set>
                                      <p:cBhvr>
                                        <p:cTn id="9" dur="1" fill="hold">
                                          <p:stCondLst>
                                            <p:cond delay="1999"/>
                                          </p:stCondLst>
                                        </p:cTn>
                                        <p:tgtEl>
                                          <p:spTgt spid="5"/>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15" presetClass="entr" presetSubtype="0" fill="hold" grpId="1"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15556" cy="6858000"/>
          </a:xfrm>
          <a:prstGeom prst="rect">
            <a:avLst/>
          </a:prstGeom>
        </p:spPr>
      </p:pic>
      <p:sp>
        <p:nvSpPr>
          <p:cNvPr id="4" name="文本框 3"/>
          <p:cNvSpPr txBox="1"/>
          <p:nvPr/>
        </p:nvSpPr>
        <p:spPr>
          <a:xfrm>
            <a:off x="4551450" y="535710"/>
            <a:ext cx="3112655" cy="523220"/>
          </a:xfrm>
          <a:prstGeom prst="rect">
            <a:avLst/>
          </a:prstGeom>
          <a:noFill/>
        </p:spPr>
        <p:txBody>
          <a:bodyPr wrap="square" rtlCol="0">
            <a:spAutoFit/>
          </a:bodyPr>
          <a:lstStyle/>
          <a:p>
            <a:r>
              <a:rPr lang="zh-CN" altLang="en-US" sz="2800" i="1" dirty="0" smtClean="0">
                <a:solidFill>
                  <a:schemeClr val="bg1"/>
                </a:solidFill>
              </a:rPr>
              <a:t>中国科技</a:t>
            </a:r>
            <a:r>
              <a:rPr lang="zh-CN" altLang="en-US" sz="2800" b="1" i="1" dirty="0" smtClean="0">
                <a:solidFill>
                  <a:schemeClr val="bg1"/>
                </a:solidFill>
              </a:rPr>
              <a:t>发展历程</a:t>
            </a:r>
            <a:endParaRPr lang="zh-CN" altLang="en-US" sz="2800" b="1" i="1" dirty="0">
              <a:solidFill>
                <a:schemeClr val="bg1"/>
              </a:solidFill>
            </a:endParaRPr>
          </a:p>
        </p:txBody>
      </p:sp>
      <p:sp>
        <p:nvSpPr>
          <p:cNvPr id="5" name="文本框 4"/>
          <p:cNvSpPr txBox="1"/>
          <p:nvPr/>
        </p:nvSpPr>
        <p:spPr>
          <a:xfrm>
            <a:off x="757382" y="1318491"/>
            <a:ext cx="10381672" cy="4893647"/>
          </a:xfrm>
          <a:prstGeom prst="rect">
            <a:avLst/>
          </a:prstGeom>
          <a:noFill/>
        </p:spPr>
        <p:txBody>
          <a:bodyPr wrap="square" rtlCol="0">
            <a:spAutoFit/>
          </a:bodyPr>
          <a:lstStyle/>
          <a:p>
            <a:r>
              <a:rPr lang="zh-CN" altLang="en-US" sz="2400" dirty="0">
                <a:solidFill>
                  <a:schemeClr val="accent1">
                    <a:lumMod val="60000"/>
                    <a:lumOff val="40000"/>
                  </a:schemeClr>
                </a:solidFill>
              </a:rPr>
              <a:t>中华人民共和国成立，中国科技事业获得了前所未有的发展机遇，在重组和规划的基础上，系统地构建起了新的科技体制</a:t>
            </a:r>
            <a:r>
              <a:rPr lang="zh-CN" altLang="en-US" sz="2400" dirty="0" smtClean="0">
                <a:solidFill>
                  <a:schemeClr val="accent1">
                    <a:lumMod val="60000"/>
                    <a:lumOff val="40000"/>
                  </a:schemeClr>
                </a:solidFill>
              </a:rPr>
              <a:t>。</a:t>
            </a:r>
            <a:r>
              <a:rPr lang="en-US" altLang="zh-CN" sz="2400" dirty="0">
                <a:solidFill>
                  <a:schemeClr val="accent1">
                    <a:lumMod val="60000"/>
                    <a:lumOff val="40000"/>
                  </a:schemeClr>
                </a:solidFill>
              </a:rPr>
              <a:t>1956</a:t>
            </a:r>
            <a:r>
              <a:rPr lang="zh-CN" altLang="en-US" sz="2400" dirty="0">
                <a:solidFill>
                  <a:schemeClr val="accent1">
                    <a:lumMod val="60000"/>
                    <a:lumOff val="40000"/>
                  </a:schemeClr>
                </a:solidFill>
              </a:rPr>
              <a:t>年，中央号召“向科学进军”，组织全国数百位科技专家制定</a:t>
            </a:r>
            <a:r>
              <a:rPr lang="en-US" altLang="zh-CN" sz="2400" dirty="0">
                <a:solidFill>
                  <a:schemeClr val="accent1">
                    <a:lumMod val="60000"/>
                    <a:lumOff val="40000"/>
                  </a:schemeClr>
                </a:solidFill>
              </a:rPr>
              <a:t>《1956-1967</a:t>
            </a:r>
            <a:r>
              <a:rPr lang="zh-CN" altLang="en-US" sz="2400" dirty="0">
                <a:solidFill>
                  <a:schemeClr val="accent1">
                    <a:lumMod val="60000"/>
                    <a:lumOff val="40000"/>
                  </a:schemeClr>
                </a:solidFill>
              </a:rPr>
              <a:t>年科学技术发展远景规划纲要</a:t>
            </a:r>
            <a:r>
              <a:rPr lang="en-US" altLang="zh-CN" sz="2400" dirty="0">
                <a:solidFill>
                  <a:schemeClr val="accent1">
                    <a:lumMod val="60000"/>
                    <a:lumOff val="40000"/>
                  </a:schemeClr>
                </a:solidFill>
              </a:rPr>
              <a:t>》</a:t>
            </a:r>
            <a:r>
              <a:rPr lang="zh-CN" altLang="en-US" sz="2400" dirty="0">
                <a:solidFill>
                  <a:schemeClr val="accent1">
                    <a:lumMod val="60000"/>
                    <a:lumOff val="40000"/>
                  </a:schemeClr>
                </a:solidFill>
              </a:rPr>
              <a:t>（以下简称</a:t>
            </a:r>
            <a:r>
              <a:rPr lang="en-US" altLang="zh-CN" sz="2400" dirty="0">
                <a:solidFill>
                  <a:schemeClr val="accent1">
                    <a:lumMod val="60000"/>
                    <a:lumOff val="40000"/>
                  </a:schemeClr>
                </a:solidFill>
              </a:rPr>
              <a:t>《</a:t>
            </a:r>
            <a:r>
              <a:rPr lang="zh-CN" altLang="en-US" sz="2400" dirty="0">
                <a:solidFill>
                  <a:schemeClr val="accent1">
                    <a:lumMod val="60000"/>
                    <a:lumOff val="40000"/>
                  </a:schemeClr>
                </a:solidFill>
              </a:rPr>
              <a:t>远景规划</a:t>
            </a:r>
            <a:r>
              <a:rPr lang="en-US" altLang="zh-CN" sz="2400" dirty="0">
                <a:solidFill>
                  <a:schemeClr val="accent1">
                    <a:lumMod val="60000"/>
                    <a:lumOff val="40000"/>
                  </a:schemeClr>
                </a:solidFill>
              </a:rPr>
              <a:t>》</a:t>
            </a:r>
            <a:r>
              <a:rPr lang="zh-CN" altLang="en-US" sz="2400" dirty="0">
                <a:solidFill>
                  <a:schemeClr val="accent1">
                    <a:lumMod val="60000"/>
                    <a:lumOff val="40000"/>
                  </a:schemeClr>
                </a:solidFill>
              </a:rPr>
              <a:t>），由此形成“以任务为经，以学科为纬，以任务带学科”的科技发展模式，并逐渐建立起各类科研机构、相关管理部门和社团。由中国科学院、国防科研机构、高校、中央各部委科研机构和地方科研机构等组成的科技“五路大军”就此形成［</a:t>
            </a:r>
            <a:r>
              <a:rPr lang="en-US" altLang="zh-CN" sz="2400" dirty="0">
                <a:solidFill>
                  <a:schemeClr val="accent1">
                    <a:lumMod val="60000"/>
                    <a:lumOff val="40000"/>
                  </a:schemeClr>
                </a:solidFill>
              </a:rPr>
              <a:t>8</a:t>
            </a:r>
            <a:r>
              <a:rPr lang="zh-CN" altLang="en-US" sz="2400" dirty="0">
                <a:solidFill>
                  <a:schemeClr val="accent1">
                    <a:lumMod val="60000"/>
                    <a:lumOff val="40000"/>
                  </a:schemeClr>
                </a:solidFill>
              </a:rPr>
              <a:t>］。</a:t>
            </a:r>
            <a:r>
              <a:rPr lang="en-US" altLang="zh-CN" sz="2400" dirty="0">
                <a:solidFill>
                  <a:schemeClr val="accent1">
                    <a:lumMod val="60000"/>
                    <a:lumOff val="40000"/>
                  </a:schemeClr>
                </a:solidFill>
              </a:rPr>
              <a:t>《</a:t>
            </a:r>
            <a:r>
              <a:rPr lang="zh-CN" altLang="en-US" sz="2400" dirty="0">
                <a:solidFill>
                  <a:schemeClr val="accent1">
                    <a:lumMod val="60000"/>
                    <a:lumOff val="40000"/>
                  </a:schemeClr>
                </a:solidFill>
              </a:rPr>
              <a:t>远景规划</a:t>
            </a:r>
            <a:r>
              <a:rPr lang="en-US" altLang="zh-CN" sz="2400" dirty="0">
                <a:solidFill>
                  <a:schemeClr val="accent1">
                    <a:lumMod val="60000"/>
                    <a:lumOff val="40000"/>
                  </a:schemeClr>
                </a:solidFill>
              </a:rPr>
              <a:t>》</a:t>
            </a:r>
            <a:r>
              <a:rPr lang="zh-CN" altLang="en-US" sz="2400" dirty="0">
                <a:solidFill>
                  <a:schemeClr val="accent1">
                    <a:lumMod val="60000"/>
                    <a:lumOff val="40000"/>
                  </a:schemeClr>
                </a:solidFill>
              </a:rPr>
              <a:t>成功实施，填补了中国科技的许多空白，满足了国家战略需求，对科技事业、国防安全、经济建设与社会发展产生了深远影响［</a:t>
            </a:r>
            <a:r>
              <a:rPr lang="en-US" altLang="zh-CN" sz="2400" dirty="0">
                <a:solidFill>
                  <a:schemeClr val="accent1">
                    <a:lumMod val="60000"/>
                    <a:lumOff val="40000"/>
                  </a:schemeClr>
                </a:solidFill>
              </a:rPr>
              <a:t>9</a:t>
            </a:r>
            <a:r>
              <a:rPr lang="zh-CN" altLang="en-US" sz="2400" dirty="0">
                <a:solidFill>
                  <a:schemeClr val="accent1">
                    <a:lumMod val="60000"/>
                    <a:lumOff val="40000"/>
                  </a:schemeClr>
                </a:solidFill>
              </a:rPr>
              <a:t>］。</a:t>
            </a:r>
            <a:r>
              <a:rPr lang="en-US" altLang="zh-CN" sz="2400" dirty="0">
                <a:solidFill>
                  <a:schemeClr val="accent1">
                    <a:lumMod val="60000"/>
                    <a:lumOff val="40000"/>
                  </a:schemeClr>
                </a:solidFill>
              </a:rPr>
              <a:t>1958</a:t>
            </a:r>
            <a:r>
              <a:rPr lang="zh-CN" altLang="en-US" sz="2400" dirty="0">
                <a:solidFill>
                  <a:schemeClr val="accent1">
                    <a:lumMod val="60000"/>
                    <a:lumOff val="40000"/>
                  </a:schemeClr>
                </a:solidFill>
              </a:rPr>
              <a:t>年，中央对科技管理机构进行调整合并，成立国家科学技术委员会、国防科学技术委员会，各级政府相应陆续成立科学技术委员会，形成了中国的科技管理体系。</a:t>
            </a:r>
            <a:r>
              <a:rPr lang="en-US" altLang="zh-CN" sz="2400" dirty="0">
                <a:solidFill>
                  <a:schemeClr val="accent1">
                    <a:lumMod val="60000"/>
                    <a:lumOff val="40000"/>
                  </a:schemeClr>
                </a:solidFill>
              </a:rPr>
              <a:t>1964</a:t>
            </a:r>
            <a:r>
              <a:rPr lang="zh-CN" altLang="en-US" sz="2400" dirty="0">
                <a:solidFill>
                  <a:schemeClr val="accent1">
                    <a:lumMod val="60000"/>
                    <a:lumOff val="40000"/>
                  </a:schemeClr>
                </a:solidFill>
              </a:rPr>
              <a:t>年，周恩来总理在政府工作报告上首次提出要实现包括科学技术现代化在内的“四个现代化”</a:t>
            </a:r>
          </a:p>
        </p:txBody>
      </p:sp>
    </p:spTree>
    <p:extLst>
      <p:ext uri="{BB962C8B-B14F-4D97-AF65-F5344CB8AC3E}">
        <p14:creationId xmlns:p14="http://schemas.microsoft.com/office/powerpoint/2010/main" val="460089996"/>
      </p:ext>
    </p:extLst>
  </p:cSld>
  <p:clrMapOvr>
    <a:masterClrMapping/>
  </p:clrMapOvr>
  <mc:AlternateContent xmlns:mc="http://schemas.openxmlformats.org/markup-compatibility/2006" xmlns:p14="http://schemas.microsoft.com/office/powerpoint/2010/main">
    <mc:Choice Requires="p14">
      <p:transition spd="slow" p14:dur="15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15556" cy="6858000"/>
          </a:xfrm>
          <a:prstGeom prst="rect">
            <a:avLst/>
          </a:prstGeom>
        </p:spPr>
      </p:pic>
      <p:sp>
        <p:nvSpPr>
          <p:cNvPr id="4" name="文本框 3"/>
          <p:cNvSpPr txBox="1"/>
          <p:nvPr/>
        </p:nvSpPr>
        <p:spPr>
          <a:xfrm>
            <a:off x="4391890" y="595685"/>
            <a:ext cx="3112655" cy="523220"/>
          </a:xfrm>
          <a:prstGeom prst="rect">
            <a:avLst/>
          </a:prstGeom>
          <a:noFill/>
        </p:spPr>
        <p:txBody>
          <a:bodyPr wrap="square" rtlCol="0">
            <a:spAutoFit/>
          </a:bodyPr>
          <a:lstStyle/>
          <a:p>
            <a:r>
              <a:rPr lang="zh-CN" altLang="en-US" sz="2800" i="1" dirty="0" smtClean="0">
                <a:solidFill>
                  <a:schemeClr val="bg1"/>
                </a:solidFill>
              </a:rPr>
              <a:t>中国科技</a:t>
            </a:r>
            <a:r>
              <a:rPr lang="zh-CN" altLang="en-US" sz="2800" b="1" i="1" dirty="0" smtClean="0">
                <a:solidFill>
                  <a:schemeClr val="bg1"/>
                </a:solidFill>
              </a:rPr>
              <a:t>发展历程</a:t>
            </a:r>
            <a:endParaRPr lang="zh-CN" altLang="en-US" sz="2800" b="1" i="1" dirty="0">
              <a:solidFill>
                <a:schemeClr val="bg1"/>
              </a:solidFill>
            </a:endParaRPr>
          </a:p>
        </p:txBody>
      </p:sp>
      <p:sp>
        <p:nvSpPr>
          <p:cNvPr id="5" name="文本框 4"/>
          <p:cNvSpPr txBox="1"/>
          <p:nvPr/>
        </p:nvSpPr>
        <p:spPr>
          <a:xfrm>
            <a:off x="757382" y="1318491"/>
            <a:ext cx="10381672" cy="5078313"/>
          </a:xfrm>
          <a:prstGeom prst="rect">
            <a:avLst/>
          </a:prstGeom>
          <a:noFill/>
        </p:spPr>
        <p:txBody>
          <a:bodyPr wrap="square" rtlCol="0">
            <a:spAutoFit/>
          </a:bodyPr>
          <a:lstStyle/>
          <a:p>
            <a:r>
              <a:rPr lang="zh-CN" altLang="en-US" sz="3600" dirty="0">
                <a:solidFill>
                  <a:schemeClr val="accent1">
                    <a:lumMod val="60000"/>
                    <a:lumOff val="40000"/>
                  </a:schemeClr>
                </a:solidFill>
              </a:rPr>
              <a:t>这个时期，中国的科技事业迅速发展。以钱学森、邓稼先、钱三强等为代表的科学家带领实现了“两弹一星”工程的重大科技突破，大大增强了国防实力，并带动了相关科技领域的发展。此外，中国科学家还在其他科技领域取得令世人瞩目的成就，如中国科学院、北京大学等单位成功获得人工合成牛胰岛素结晶，屠呦呦等科学家发现青蒿素并合成青蒿素的酯类、醚类、碳酸酯类衍生物</a:t>
            </a:r>
            <a:r>
              <a:rPr lang="zh-CN" altLang="en-US" sz="3600" dirty="0" smtClean="0">
                <a:solidFill>
                  <a:schemeClr val="accent1">
                    <a:lumMod val="60000"/>
                    <a:lumOff val="40000"/>
                  </a:schemeClr>
                </a:solidFill>
              </a:rPr>
              <a:t>等，为中国事业发展作出了巨大贡献。</a:t>
            </a:r>
            <a:endParaRPr lang="zh-CN" altLang="en-US" sz="3600" dirty="0">
              <a:solidFill>
                <a:schemeClr val="accent1">
                  <a:lumMod val="60000"/>
                  <a:lumOff val="40000"/>
                </a:schemeClr>
              </a:solidFill>
            </a:endParaRPr>
          </a:p>
        </p:txBody>
      </p:sp>
    </p:spTree>
    <p:extLst>
      <p:ext uri="{BB962C8B-B14F-4D97-AF65-F5344CB8AC3E}">
        <p14:creationId xmlns:p14="http://schemas.microsoft.com/office/powerpoint/2010/main" val="4156043655"/>
      </p:ext>
    </p:extLst>
  </p:cSld>
  <p:clrMapOvr>
    <a:masterClrMapping/>
  </p:clrMapOvr>
  <mc:AlternateContent xmlns:mc="http://schemas.openxmlformats.org/markup-compatibility/2006" xmlns:p14="http://schemas.microsoft.com/office/powerpoint/2010/main">
    <mc:Choice Requires="p14">
      <p:transition spd="slow" p14:dur="2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5"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15" dur="1000" fill="hold"/>
                                        <p:tgtEl>
                                          <p:spTgt spid="5"/>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15556" cy="6858000"/>
          </a:xfrm>
          <a:prstGeom prst="rect">
            <a:avLst/>
          </a:prstGeom>
        </p:spPr>
      </p:pic>
      <p:sp>
        <p:nvSpPr>
          <p:cNvPr id="4" name="文本框 3"/>
          <p:cNvSpPr txBox="1"/>
          <p:nvPr/>
        </p:nvSpPr>
        <p:spPr>
          <a:xfrm>
            <a:off x="4317999" y="480292"/>
            <a:ext cx="3112655" cy="523220"/>
          </a:xfrm>
          <a:prstGeom prst="rect">
            <a:avLst/>
          </a:prstGeom>
          <a:noFill/>
        </p:spPr>
        <p:txBody>
          <a:bodyPr wrap="square" rtlCol="0">
            <a:spAutoFit/>
          </a:bodyPr>
          <a:lstStyle/>
          <a:p>
            <a:r>
              <a:rPr lang="zh-CN" altLang="en-US" sz="2800" i="1" dirty="0" smtClean="0">
                <a:solidFill>
                  <a:schemeClr val="bg1"/>
                </a:solidFill>
              </a:rPr>
              <a:t>中国科技</a:t>
            </a:r>
            <a:r>
              <a:rPr lang="zh-CN" altLang="en-US" sz="2800" b="1" i="1" dirty="0" smtClean="0">
                <a:solidFill>
                  <a:schemeClr val="bg1"/>
                </a:solidFill>
              </a:rPr>
              <a:t>发展历程</a:t>
            </a:r>
            <a:endParaRPr lang="zh-CN" altLang="en-US" sz="2800" b="1" i="1" dirty="0">
              <a:solidFill>
                <a:schemeClr val="bg1"/>
              </a:solidFill>
            </a:endParaRPr>
          </a:p>
        </p:txBody>
      </p:sp>
      <p:sp>
        <p:nvSpPr>
          <p:cNvPr id="5" name="文本框 4"/>
          <p:cNvSpPr txBox="1"/>
          <p:nvPr/>
        </p:nvSpPr>
        <p:spPr>
          <a:xfrm>
            <a:off x="683491" y="1003512"/>
            <a:ext cx="10381672" cy="523220"/>
          </a:xfrm>
          <a:prstGeom prst="rect">
            <a:avLst/>
          </a:prstGeom>
          <a:noFill/>
        </p:spPr>
        <p:txBody>
          <a:bodyPr wrap="square" rtlCol="0">
            <a:spAutoFit/>
          </a:bodyPr>
          <a:lstStyle/>
          <a:p>
            <a:pPr algn="ctr"/>
            <a:r>
              <a:rPr lang="zh-CN" altLang="en-US" sz="2800" dirty="0" smtClean="0">
                <a:solidFill>
                  <a:schemeClr val="accent1">
                    <a:lumMod val="60000"/>
                    <a:lumOff val="40000"/>
                  </a:schemeClr>
                </a:solidFill>
              </a:rPr>
              <a:t>以下是中国近代科学家们的研究成果</a:t>
            </a:r>
            <a:endParaRPr lang="zh-CN" altLang="en-US" sz="2800" dirty="0">
              <a:solidFill>
                <a:schemeClr val="accent1">
                  <a:lumMod val="60000"/>
                  <a:lumOff val="40000"/>
                </a:schemeClr>
              </a:solidFill>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55" y="1526732"/>
            <a:ext cx="5504873" cy="5132686"/>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68574" y="1526732"/>
            <a:ext cx="5813825" cy="5132686"/>
          </a:xfrm>
          <a:prstGeom prst="rect">
            <a:avLst/>
          </a:prstGeom>
        </p:spPr>
      </p:pic>
    </p:spTree>
    <p:extLst>
      <p:ext uri="{BB962C8B-B14F-4D97-AF65-F5344CB8AC3E}">
        <p14:creationId xmlns:p14="http://schemas.microsoft.com/office/powerpoint/2010/main" val="128064652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5"/>
                                        </p:tgtEl>
                                        <p:attrNameLst>
                                          <p:attrName>ppt_x</p:attrName>
                                          <p:attrName>ppt_y</p:attrName>
                                        </p:attrNameLst>
                                      </p:cBhvr>
                                    </p:animMotion>
                                    <p:animRot by="1500000">
                                      <p:cBhvr>
                                        <p:cTn id="7" dur="125" fill="hold">
                                          <p:stCondLst>
                                            <p:cond delay="0"/>
                                          </p:stCondLst>
                                        </p:cTn>
                                        <p:tgtEl>
                                          <p:spTgt spid="5"/>
                                        </p:tgtEl>
                                        <p:attrNameLst>
                                          <p:attrName>r</p:attrName>
                                        </p:attrNameLst>
                                      </p:cBhvr>
                                    </p:animRot>
                                    <p:animRot by="-1500000">
                                      <p:cBhvr>
                                        <p:cTn id="8" dur="125" fill="hold">
                                          <p:stCondLst>
                                            <p:cond delay="125"/>
                                          </p:stCondLst>
                                        </p:cTn>
                                        <p:tgtEl>
                                          <p:spTgt spid="5"/>
                                        </p:tgtEl>
                                        <p:attrNameLst>
                                          <p:attrName>r</p:attrName>
                                        </p:attrNameLst>
                                      </p:cBhvr>
                                    </p:animRot>
                                    <p:animRot by="-1500000">
                                      <p:cBhvr>
                                        <p:cTn id="9" dur="125" fill="hold">
                                          <p:stCondLst>
                                            <p:cond delay="250"/>
                                          </p:stCondLst>
                                        </p:cTn>
                                        <p:tgtEl>
                                          <p:spTgt spid="5"/>
                                        </p:tgtEl>
                                        <p:attrNameLst>
                                          <p:attrName>r</p:attrName>
                                        </p:attrNameLst>
                                      </p:cBhvr>
                                    </p:animRot>
                                    <p:animRot by="1500000">
                                      <p:cBhvr>
                                        <p:cTn id="10" dur="125" fill="hold">
                                          <p:stCondLst>
                                            <p:cond delay="375"/>
                                          </p:stCondLst>
                                        </p:cTn>
                                        <p:tgtEl>
                                          <p:spTgt spid="5"/>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52" presetClass="entr" presetSubtype="0" fill="hold" grpId="1" nodeType="clickEffect">
                                  <p:stCondLst>
                                    <p:cond delay="0"/>
                                  </p:stCondLst>
                                  <p:iterate type="lt">
                                    <p:tmPct val="0"/>
                                  </p:iterate>
                                  <p:childTnLst>
                                    <p:set>
                                      <p:cBhvr>
                                        <p:cTn id="14" dur="1" fill="hold">
                                          <p:stCondLst>
                                            <p:cond delay="0"/>
                                          </p:stCondLst>
                                        </p:cTn>
                                        <p:tgtEl>
                                          <p:spTgt spid="5"/>
                                        </p:tgtEl>
                                        <p:attrNameLst>
                                          <p:attrName>style.visibility</p:attrName>
                                        </p:attrNameLst>
                                      </p:cBhvr>
                                      <p:to>
                                        <p:strVal val="visible"/>
                                      </p:to>
                                    </p:set>
                                    <p:animScale>
                                      <p:cBhvr>
                                        <p:cTn id="15"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6" dur="1000" decel="50000" fill="hold">
                                          <p:stCondLst>
                                            <p:cond delay="0"/>
                                          </p:stCondLst>
                                        </p:cTn>
                                        <p:tgtEl>
                                          <p:spTgt spid="5"/>
                                        </p:tgtEl>
                                        <p:attrNameLst>
                                          <p:attrName>ppt_x</p:attrName>
                                          <p:attrName>ppt_y</p:attrName>
                                        </p:attrNameLst>
                                      </p:cBhvr>
                                    </p:animMotion>
                                    <p:animEffect transition="in" filter="fade">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73" y="120073"/>
            <a:ext cx="12215556" cy="6858000"/>
          </a:xfrm>
          <a:prstGeom prst="rect">
            <a:avLst/>
          </a:prstGeom>
        </p:spPr>
      </p:pic>
      <p:sp>
        <p:nvSpPr>
          <p:cNvPr id="4" name="文本框 3"/>
          <p:cNvSpPr txBox="1"/>
          <p:nvPr/>
        </p:nvSpPr>
        <p:spPr>
          <a:xfrm>
            <a:off x="4317999" y="480292"/>
            <a:ext cx="3112655" cy="523220"/>
          </a:xfrm>
          <a:prstGeom prst="rect">
            <a:avLst/>
          </a:prstGeom>
          <a:noFill/>
        </p:spPr>
        <p:txBody>
          <a:bodyPr wrap="square" rtlCol="0">
            <a:spAutoFit/>
          </a:bodyPr>
          <a:lstStyle/>
          <a:p>
            <a:r>
              <a:rPr lang="zh-CN" altLang="en-US" sz="2800" i="1" dirty="0" smtClean="0">
                <a:solidFill>
                  <a:schemeClr val="bg1"/>
                </a:solidFill>
              </a:rPr>
              <a:t>中国科技</a:t>
            </a:r>
            <a:r>
              <a:rPr lang="zh-CN" altLang="en-US" sz="2800" b="1" i="1" dirty="0" smtClean="0">
                <a:solidFill>
                  <a:schemeClr val="bg1"/>
                </a:solidFill>
              </a:rPr>
              <a:t>发展历程</a:t>
            </a:r>
            <a:endParaRPr lang="zh-CN" altLang="en-US" sz="2800" b="1" i="1" dirty="0">
              <a:solidFill>
                <a:schemeClr val="bg1"/>
              </a:solidFill>
            </a:endParaRPr>
          </a:p>
        </p:txBody>
      </p:sp>
      <p:sp>
        <p:nvSpPr>
          <p:cNvPr id="5" name="文本框 4"/>
          <p:cNvSpPr txBox="1"/>
          <p:nvPr/>
        </p:nvSpPr>
        <p:spPr>
          <a:xfrm>
            <a:off x="683491" y="1003512"/>
            <a:ext cx="10381672" cy="523220"/>
          </a:xfrm>
          <a:prstGeom prst="rect">
            <a:avLst/>
          </a:prstGeom>
          <a:noFill/>
        </p:spPr>
        <p:txBody>
          <a:bodyPr wrap="square" rtlCol="0">
            <a:spAutoFit/>
          </a:bodyPr>
          <a:lstStyle/>
          <a:p>
            <a:pPr algn="ctr"/>
            <a:r>
              <a:rPr lang="zh-CN" altLang="en-US" sz="2800" dirty="0" smtClean="0">
                <a:solidFill>
                  <a:schemeClr val="accent1">
                    <a:lumMod val="60000"/>
                    <a:lumOff val="40000"/>
                  </a:schemeClr>
                </a:solidFill>
              </a:rPr>
              <a:t>以下是中国近代科学家们的研究成果</a:t>
            </a:r>
            <a:endParaRPr lang="zh-CN" altLang="en-US" sz="2800" dirty="0">
              <a:solidFill>
                <a:schemeClr val="accent1">
                  <a:lumMod val="60000"/>
                  <a:lumOff val="40000"/>
                </a:schemeClr>
              </a:solidFill>
            </a:endParaRP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018" y="1526732"/>
            <a:ext cx="11739417" cy="5141923"/>
          </a:xfrm>
          <a:prstGeom prst="rect">
            <a:avLst/>
          </a:prstGeom>
        </p:spPr>
      </p:pic>
      <p:sp>
        <p:nvSpPr>
          <p:cNvPr id="10" name="椭圆形标注 9"/>
          <p:cNvSpPr/>
          <p:nvPr/>
        </p:nvSpPr>
        <p:spPr bwMode="auto">
          <a:xfrm>
            <a:off x="9790546" y="532198"/>
            <a:ext cx="1440872" cy="582410"/>
          </a:xfrm>
          <a:prstGeom prst="wedgeEllipseCallout">
            <a:avLst/>
          </a:prstGeom>
          <a:solidFill>
            <a:schemeClr val="bg1">
              <a:lumMod val="95000"/>
            </a:schemeClr>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US" altLang="zh-CN" sz="2400" b="1" dirty="0" smtClean="0">
                <a:solidFill>
                  <a:schemeClr val="accent5">
                    <a:lumMod val="75000"/>
                  </a:schemeClr>
                </a:solidFill>
                <a:hlinkClick r:id="rId4" action="ppaction://hlinksldjump"/>
              </a:rPr>
              <a:t>Back</a:t>
            </a:r>
            <a:endParaRPr kumimoji="0" lang="zh-CN" altLang="en-US" sz="2400" b="1" i="0" u="none" strike="noStrike" cap="none" normalizeH="0" baseline="0" dirty="0" smtClean="0">
              <a:ln>
                <a:noFill/>
              </a:ln>
              <a:solidFill>
                <a:schemeClr val="accent5">
                  <a:lumMod val="75000"/>
                </a:schemeClr>
              </a:solidFill>
              <a:effectLst/>
            </a:endParaRPr>
          </a:p>
        </p:txBody>
      </p:sp>
    </p:spTree>
    <p:extLst>
      <p:ext uri="{BB962C8B-B14F-4D97-AF65-F5344CB8AC3E}">
        <p14:creationId xmlns:p14="http://schemas.microsoft.com/office/powerpoint/2010/main" val="2925690290"/>
      </p:ext>
    </p:extLst>
  </p:cSld>
  <p:clrMapOvr>
    <a:masterClrMapping/>
  </p:clrMapOvr>
  <mc:AlternateContent xmlns:mc="http://schemas.openxmlformats.org/markup-compatibility/2006" xmlns:p14="http://schemas.microsoft.com/office/powerpoint/2010/main">
    <mc:Choice Requires="p14">
      <p:transition spd="slow" p14:dur="2000">
        <p14:vortex dir="r"/>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3377"/>
            <a:ext cx="12206654" cy="6849777"/>
          </a:xfrm>
          <a:prstGeom prst="rect">
            <a:avLst/>
          </a:prstGeom>
        </p:spPr>
      </p:pic>
      <p:sp>
        <p:nvSpPr>
          <p:cNvPr id="3" name="文本框 2"/>
          <p:cNvSpPr txBox="1"/>
          <p:nvPr/>
        </p:nvSpPr>
        <p:spPr>
          <a:xfrm>
            <a:off x="2124362" y="378690"/>
            <a:ext cx="6742546" cy="461665"/>
          </a:xfrm>
          <a:prstGeom prst="rect">
            <a:avLst/>
          </a:prstGeom>
          <a:noFill/>
        </p:spPr>
        <p:txBody>
          <a:bodyPr wrap="square" rtlCol="0">
            <a:spAutoFit/>
          </a:bodyPr>
          <a:lstStyle/>
          <a:p>
            <a:pPr algn="ctr"/>
            <a:r>
              <a:rPr lang="zh-CN" altLang="en-US" sz="2400" dirty="0" smtClean="0">
                <a:solidFill>
                  <a:schemeClr val="accent2">
                    <a:lumMod val="60000"/>
                    <a:lumOff val="40000"/>
                  </a:schemeClr>
                </a:solidFill>
              </a:rPr>
              <a:t>科技的重要意义</a:t>
            </a:r>
            <a:endParaRPr lang="zh-CN" altLang="en-US" sz="2400" dirty="0">
              <a:solidFill>
                <a:schemeClr val="accent2">
                  <a:lumMod val="60000"/>
                  <a:lumOff val="40000"/>
                </a:schemeClr>
              </a:solidFill>
            </a:endParaRPr>
          </a:p>
        </p:txBody>
      </p:sp>
      <p:sp>
        <p:nvSpPr>
          <p:cNvPr id="8" name="文本框 7"/>
          <p:cNvSpPr txBox="1"/>
          <p:nvPr/>
        </p:nvSpPr>
        <p:spPr>
          <a:xfrm>
            <a:off x="341745" y="915259"/>
            <a:ext cx="11739419" cy="5632311"/>
          </a:xfrm>
          <a:prstGeom prst="rect">
            <a:avLst/>
          </a:prstGeom>
          <a:noFill/>
        </p:spPr>
        <p:txBody>
          <a:bodyPr wrap="square" rtlCol="0">
            <a:spAutoFit/>
          </a:bodyPr>
          <a:lstStyle/>
          <a:p>
            <a:pPr marL="285750" indent="-285750">
              <a:buFont typeface="Wingdings" panose="05000000000000000000" pitchFamily="2" charset="2"/>
              <a:buChar char="ü"/>
            </a:pPr>
            <a:r>
              <a:rPr lang="zh-CN" altLang="en-US" sz="2400" dirty="0">
                <a:solidFill>
                  <a:schemeClr val="accent1">
                    <a:lumMod val="40000"/>
                    <a:lumOff val="60000"/>
                  </a:schemeClr>
                </a:solidFill>
              </a:rPr>
              <a:t>当今世界，科学技术日益渗透到经济建设社会进步和人类进步的各个领域，成为生产力中最活跃的因素，科学技术是第一生产力</a:t>
            </a:r>
            <a:r>
              <a:rPr lang="zh-CN" altLang="en-US" sz="2400" dirty="0" smtClean="0">
                <a:solidFill>
                  <a:schemeClr val="accent1">
                    <a:lumMod val="40000"/>
                    <a:lumOff val="60000"/>
                  </a:schemeClr>
                </a:solidFill>
              </a:rPr>
              <a:t>。</a:t>
            </a:r>
            <a:endParaRPr lang="en-US" altLang="zh-CN" sz="2400" dirty="0" smtClean="0">
              <a:solidFill>
                <a:schemeClr val="accent1">
                  <a:lumMod val="40000"/>
                  <a:lumOff val="60000"/>
                </a:schemeClr>
              </a:solidFill>
            </a:endParaRPr>
          </a:p>
          <a:p>
            <a:pPr marL="285750" indent="-285750">
              <a:buFont typeface="Wingdings" panose="05000000000000000000" pitchFamily="2" charset="2"/>
              <a:buChar char="ü"/>
            </a:pPr>
            <a:endParaRPr lang="en-US" altLang="zh-CN" sz="2400" dirty="0">
              <a:solidFill>
                <a:schemeClr val="accent1">
                  <a:lumMod val="40000"/>
                  <a:lumOff val="60000"/>
                </a:schemeClr>
              </a:solidFill>
            </a:endParaRPr>
          </a:p>
          <a:p>
            <a:endParaRPr lang="en-US" altLang="zh-CN" sz="2400" dirty="0">
              <a:solidFill>
                <a:schemeClr val="accent1">
                  <a:lumMod val="40000"/>
                  <a:lumOff val="60000"/>
                </a:schemeClr>
              </a:solidFill>
            </a:endParaRPr>
          </a:p>
          <a:p>
            <a:pPr marL="285750" indent="-285750">
              <a:buFont typeface="Wingdings" panose="05000000000000000000" pitchFamily="2" charset="2"/>
              <a:buChar char="ü"/>
            </a:pPr>
            <a:r>
              <a:rPr lang="zh-CN" altLang="en-US" sz="2400" dirty="0">
                <a:solidFill>
                  <a:schemeClr val="accent1">
                    <a:lumMod val="40000"/>
                    <a:lumOff val="60000"/>
                  </a:schemeClr>
                </a:solidFill>
              </a:rPr>
              <a:t>科技创新能力已经越来越成为综合国力竞争的决定性因素，在激烈的国际竞争面前，如果我们的自主创新方面上不去，一味靠技术引进，就永远难以摆脱技术落后的局面。要迅速提高我国的生产力水平，缩小与发达国家的差距，就必须加快发展科学技术</a:t>
            </a:r>
            <a:r>
              <a:rPr lang="zh-CN" altLang="en-US" sz="2400" dirty="0" smtClean="0">
                <a:solidFill>
                  <a:schemeClr val="accent1">
                    <a:lumMod val="40000"/>
                    <a:lumOff val="60000"/>
                  </a:schemeClr>
                </a:solidFill>
              </a:rPr>
              <a:t>。</a:t>
            </a:r>
            <a:endParaRPr lang="en-US" altLang="zh-CN" sz="2400" dirty="0" smtClean="0">
              <a:solidFill>
                <a:schemeClr val="accent1">
                  <a:lumMod val="40000"/>
                  <a:lumOff val="60000"/>
                </a:schemeClr>
              </a:solidFill>
            </a:endParaRPr>
          </a:p>
          <a:p>
            <a:pPr marL="285750" indent="-285750">
              <a:buFont typeface="Wingdings" panose="05000000000000000000" pitchFamily="2" charset="2"/>
              <a:buChar char="ü"/>
            </a:pPr>
            <a:endParaRPr lang="en-US" altLang="zh-CN" sz="2400" dirty="0" smtClean="0">
              <a:solidFill>
                <a:schemeClr val="accent1">
                  <a:lumMod val="40000"/>
                  <a:lumOff val="60000"/>
                </a:schemeClr>
              </a:solidFill>
            </a:endParaRPr>
          </a:p>
          <a:p>
            <a:endParaRPr lang="en-US" altLang="zh-CN" sz="2400" dirty="0">
              <a:solidFill>
                <a:schemeClr val="accent1">
                  <a:lumMod val="40000"/>
                  <a:lumOff val="60000"/>
                </a:schemeClr>
              </a:solidFill>
            </a:endParaRPr>
          </a:p>
          <a:p>
            <a:pPr marL="285750" indent="-285750">
              <a:buFont typeface="Wingdings" panose="05000000000000000000" pitchFamily="2" charset="2"/>
              <a:buChar char="ü"/>
            </a:pPr>
            <a:r>
              <a:rPr lang="zh-CN" altLang="en-US" sz="2400" dirty="0">
                <a:solidFill>
                  <a:schemeClr val="accent1">
                    <a:lumMod val="40000"/>
                    <a:lumOff val="60000"/>
                  </a:schemeClr>
                </a:solidFill>
              </a:rPr>
              <a:t>中国的发展离不开科学技术的进步，在尖端技术的掌控和创新方面，我国已经建立起坚实的基础，在一些重要领域已经走在世界的前列，像天宫一号、神州八号等。但是，我国科技的总体水平同世界先进水平仍有较大的差距，同我国经济社会发展的要求还有许多不相适应的地方。要迅速提高我国的生产力水平，缩小与发达国家的差距，就必须加快发展科学技术。</a:t>
            </a:r>
          </a:p>
        </p:txBody>
      </p:sp>
      <p:sp>
        <p:nvSpPr>
          <p:cNvPr id="9" name="左箭头 8"/>
          <p:cNvSpPr/>
          <p:nvPr/>
        </p:nvSpPr>
        <p:spPr bwMode="auto">
          <a:xfrm>
            <a:off x="10578346" y="6051620"/>
            <a:ext cx="1043709" cy="600365"/>
          </a:xfrm>
          <a:prstGeom prst="lef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smtClean="0">
                <a:ln>
                  <a:noFill/>
                </a:ln>
                <a:solidFill>
                  <a:schemeClr val="accent2">
                    <a:lumMod val="60000"/>
                    <a:lumOff val="40000"/>
                  </a:schemeClr>
                </a:solidFill>
                <a:effectLst/>
                <a:latin typeface="Calibri" pitchFamily="34" charset="0"/>
                <a:ea typeface="宋体" pitchFamily="2" charset="-122"/>
                <a:hlinkClick r:id="rId3" action="ppaction://hlinksldjump"/>
              </a:rPr>
              <a:t>Back</a:t>
            </a:r>
            <a:endParaRPr kumimoji="0" lang="zh-CN" altLang="en-US" sz="1800" b="0" i="0" u="none" strike="noStrike" cap="none" normalizeH="0" baseline="0" dirty="0" smtClean="0">
              <a:ln>
                <a:noFill/>
              </a:ln>
              <a:solidFill>
                <a:schemeClr val="accent2">
                  <a:lumMod val="60000"/>
                  <a:lumOff val="40000"/>
                </a:schemeClr>
              </a:solidFill>
              <a:effectLst/>
              <a:latin typeface="Calibri" pitchFamily="34" charset="0"/>
              <a:ea typeface="宋体" pitchFamily="2" charset="-122"/>
            </a:endParaRPr>
          </a:p>
        </p:txBody>
      </p:sp>
    </p:spTree>
    <p:extLst>
      <p:ext uri="{BB962C8B-B14F-4D97-AF65-F5344CB8AC3E}">
        <p14:creationId xmlns:p14="http://schemas.microsoft.com/office/powerpoint/2010/main" val="7815453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grpId="0" nodeType="clickEffect">
                                  <p:stCondLst>
                                    <p:cond delay="0"/>
                                  </p:stCondLst>
                                  <p:childTnLst>
                                    <p:anim calcmode="lin" valueType="num">
                                      <p:cBhvr>
                                        <p:cTn id="6" dur="1000"/>
                                        <p:tgtEl>
                                          <p:spTgt spid="8"/>
                                        </p:tgtEl>
                                        <p:attrNameLst>
                                          <p:attrName>ppt_w</p:attrName>
                                        </p:attrNameLst>
                                      </p:cBhvr>
                                      <p:tavLst>
                                        <p:tav tm="0">
                                          <p:val>
                                            <p:strVal val="ppt_w"/>
                                          </p:val>
                                        </p:tav>
                                        <p:tav tm="100000">
                                          <p:val>
                                            <p:fltVal val="0"/>
                                          </p:val>
                                        </p:tav>
                                      </p:tavLst>
                                    </p:anim>
                                    <p:anim calcmode="lin" valueType="num">
                                      <p:cBhvr>
                                        <p:cTn id="7" dur="1000"/>
                                        <p:tgtEl>
                                          <p:spTgt spid="8"/>
                                        </p:tgtEl>
                                        <p:attrNameLst>
                                          <p:attrName>ppt_h</p:attrName>
                                        </p:attrNameLst>
                                      </p:cBhvr>
                                      <p:tavLst>
                                        <p:tav tm="0">
                                          <p:val>
                                            <p:strVal val="ppt_h"/>
                                          </p:val>
                                        </p:tav>
                                        <p:tav tm="100000">
                                          <p:val>
                                            <p:fltVal val="0"/>
                                          </p:val>
                                        </p:tav>
                                      </p:tavLst>
                                    </p:anim>
                                    <p:anim calcmode="lin" valueType="num">
                                      <p:cBhvr>
                                        <p:cTn id="8" dur="1000"/>
                                        <p:tgtEl>
                                          <p:spTgt spid="8"/>
                                        </p:tgtEl>
                                        <p:attrNameLst>
                                          <p:attrName>style.rotation</p:attrName>
                                        </p:attrNameLst>
                                      </p:cBhvr>
                                      <p:tavLst>
                                        <p:tav tm="0">
                                          <p:val>
                                            <p:fltVal val="0"/>
                                          </p:val>
                                        </p:tav>
                                        <p:tav tm="100000">
                                          <p:val>
                                            <p:fltVal val="90"/>
                                          </p:val>
                                        </p:tav>
                                      </p:tavLst>
                                    </p:anim>
                                    <p:animEffect transition="out" filter="fade">
                                      <p:cBhvr>
                                        <p:cTn id="9" dur="1000"/>
                                        <p:tgtEl>
                                          <p:spTgt spid="8"/>
                                        </p:tgtEl>
                                      </p:cBhvr>
                                    </p:animEffect>
                                    <p:set>
                                      <p:cBhvr>
                                        <p:cTn id="10" dur="1" fill="hold">
                                          <p:stCondLst>
                                            <p:cond delay="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3" name="文本框 2"/>
          <p:cNvSpPr txBox="1"/>
          <p:nvPr/>
        </p:nvSpPr>
        <p:spPr>
          <a:xfrm>
            <a:off x="2429164" y="535709"/>
            <a:ext cx="6991927" cy="461665"/>
          </a:xfrm>
          <a:prstGeom prst="rect">
            <a:avLst/>
          </a:prstGeom>
          <a:noFill/>
        </p:spPr>
        <p:txBody>
          <a:bodyPr wrap="square" rtlCol="0">
            <a:spAutoFit/>
          </a:bodyPr>
          <a:lstStyle/>
          <a:p>
            <a:pPr algn="ctr"/>
            <a:r>
              <a:rPr lang="zh-CN" altLang="en-US" sz="2400" dirty="0" smtClean="0">
                <a:solidFill>
                  <a:schemeClr val="accent1">
                    <a:lumMod val="60000"/>
                    <a:lumOff val="40000"/>
                  </a:schemeClr>
                </a:solidFill>
              </a:rPr>
              <a:t>科技应用及前景</a:t>
            </a:r>
            <a:endParaRPr lang="zh-CN" altLang="en-US" sz="2400" dirty="0">
              <a:solidFill>
                <a:schemeClr val="accent1">
                  <a:lumMod val="60000"/>
                  <a:lumOff val="40000"/>
                </a:schemeClr>
              </a:solidFill>
            </a:endParaRPr>
          </a:p>
        </p:txBody>
      </p:sp>
      <p:sp>
        <p:nvSpPr>
          <p:cNvPr id="4" name="文本框 3"/>
          <p:cNvSpPr txBox="1"/>
          <p:nvPr/>
        </p:nvSpPr>
        <p:spPr>
          <a:xfrm>
            <a:off x="1117600" y="1348416"/>
            <a:ext cx="10843491" cy="3693319"/>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smtClean="0">
                <a:solidFill>
                  <a:schemeClr val="accent3">
                    <a:lumMod val="75000"/>
                  </a:schemeClr>
                </a:solidFill>
              </a:rPr>
              <a:t>磁悬浮列车</a:t>
            </a:r>
            <a:endParaRPr lang="en-US" altLang="zh-CN" dirty="0" smtClean="0">
              <a:solidFill>
                <a:schemeClr val="accent3">
                  <a:lumMod val="75000"/>
                </a:schemeClr>
              </a:solidFill>
            </a:endParaRPr>
          </a:p>
          <a:p>
            <a:pPr marL="285750" indent="-285750">
              <a:buFont typeface="Wingdings" panose="05000000000000000000" pitchFamily="2" charset="2"/>
              <a:buChar char="Ø"/>
            </a:pPr>
            <a:endParaRPr lang="en-US" altLang="zh-CN" dirty="0">
              <a:solidFill>
                <a:schemeClr val="accent3">
                  <a:lumMod val="75000"/>
                </a:schemeClr>
              </a:solidFill>
            </a:endParaRPr>
          </a:p>
          <a:p>
            <a:pPr marL="285750" indent="-285750">
              <a:buFont typeface="Wingdings" panose="05000000000000000000" pitchFamily="2" charset="2"/>
              <a:buChar char="Ø"/>
            </a:pPr>
            <a:endParaRPr lang="en-US" altLang="zh-CN" dirty="0" smtClean="0">
              <a:solidFill>
                <a:schemeClr val="accent3">
                  <a:lumMod val="75000"/>
                </a:schemeClr>
              </a:solidFill>
            </a:endParaRPr>
          </a:p>
          <a:p>
            <a:pPr marL="285750" indent="-285750">
              <a:buFont typeface="Wingdings" panose="05000000000000000000" pitchFamily="2" charset="2"/>
              <a:buChar char="Ø"/>
            </a:pPr>
            <a:r>
              <a:rPr lang="zh-CN" altLang="en-US" dirty="0" smtClean="0">
                <a:solidFill>
                  <a:schemeClr val="accent3">
                    <a:lumMod val="75000"/>
                  </a:schemeClr>
                </a:solidFill>
              </a:rPr>
              <a:t>高铁</a:t>
            </a:r>
            <a:endParaRPr lang="en-US" altLang="zh-CN" dirty="0" smtClean="0">
              <a:solidFill>
                <a:schemeClr val="accent3">
                  <a:lumMod val="75000"/>
                </a:schemeClr>
              </a:solidFill>
            </a:endParaRPr>
          </a:p>
          <a:p>
            <a:pPr marL="285750" indent="-285750">
              <a:buFont typeface="Wingdings" panose="05000000000000000000" pitchFamily="2" charset="2"/>
              <a:buChar char="Ø"/>
            </a:pPr>
            <a:endParaRPr lang="en-US" altLang="zh-CN" dirty="0">
              <a:solidFill>
                <a:schemeClr val="accent3">
                  <a:lumMod val="75000"/>
                </a:schemeClr>
              </a:solidFill>
            </a:endParaRPr>
          </a:p>
          <a:p>
            <a:pPr marL="285750" indent="-285750">
              <a:buFont typeface="Wingdings" panose="05000000000000000000" pitchFamily="2" charset="2"/>
              <a:buChar char="Ø"/>
            </a:pPr>
            <a:endParaRPr lang="en-US" altLang="zh-CN" dirty="0" smtClean="0">
              <a:solidFill>
                <a:schemeClr val="accent3">
                  <a:lumMod val="75000"/>
                </a:schemeClr>
              </a:solidFill>
            </a:endParaRPr>
          </a:p>
          <a:p>
            <a:pPr marL="285750" indent="-285750">
              <a:buFont typeface="Wingdings" panose="05000000000000000000" pitchFamily="2" charset="2"/>
              <a:buChar char="Ø"/>
            </a:pPr>
            <a:r>
              <a:rPr lang="zh-CN" altLang="en-US" dirty="0" smtClean="0">
                <a:solidFill>
                  <a:schemeClr val="accent3">
                    <a:lumMod val="75000"/>
                  </a:schemeClr>
                </a:solidFill>
              </a:rPr>
              <a:t>火箭</a:t>
            </a:r>
            <a:endParaRPr lang="en-US" altLang="zh-CN" dirty="0" smtClean="0">
              <a:solidFill>
                <a:schemeClr val="accent3">
                  <a:lumMod val="75000"/>
                </a:schemeClr>
              </a:solidFill>
            </a:endParaRPr>
          </a:p>
          <a:p>
            <a:pPr marL="285750" indent="-285750">
              <a:buFont typeface="Wingdings" panose="05000000000000000000" pitchFamily="2" charset="2"/>
              <a:buChar char="Ø"/>
            </a:pPr>
            <a:endParaRPr lang="en-US" altLang="zh-CN" dirty="0">
              <a:solidFill>
                <a:schemeClr val="accent3">
                  <a:lumMod val="75000"/>
                </a:schemeClr>
              </a:solidFill>
            </a:endParaRPr>
          </a:p>
          <a:p>
            <a:pPr marL="285750" indent="-285750">
              <a:buFont typeface="Wingdings" panose="05000000000000000000" pitchFamily="2" charset="2"/>
              <a:buChar char="Ø"/>
            </a:pPr>
            <a:endParaRPr lang="en-US" altLang="zh-CN" dirty="0" smtClean="0">
              <a:solidFill>
                <a:schemeClr val="accent3">
                  <a:lumMod val="75000"/>
                </a:schemeClr>
              </a:solidFill>
            </a:endParaRPr>
          </a:p>
          <a:p>
            <a:pPr marL="285750" indent="-285750">
              <a:buFont typeface="Wingdings" panose="05000000000000000000" pitchFamily="2" charset="2"/>
              <a:buChar char="Ø"/>
            </a:pPr>
            <a:r>
              <a:rPr lang="zh-CN" altLang="en-US" dirty="0" smtClean="0">
                <a:solidFill>
                  <a:schemeClr val="accent3">
                    <a:lumMod val="75000"/>
                  </a:schemeClr>
                </a:solidFill>
              </a:rPr>
              <a:t>潜水艇</a:t>
            </a:r>
            <a:endParaRPr lang="en-US" altLang="zh-CN" dirty="0" smtClean="0">
              <a:solidFill>
                <a:schemeClr val="accent3">
                  <a:lumMod val="75000"/>
                </a:schemeClr>
              </a:solidFill>
            </a:endParaRPr>
          </a:p>
          <a:p>
            <a:pPr marL="285750" indent="-285750">
              <a:buFont typeface="Wingdings" panose="05000000000000000000" pitchFamily="2" charset="2"/>
              <a:buChar char="Ø"/>
            </a:pPr>
            <a:endParaRPr lang="en-US" altLang="zh-CN" dirty="0">
              <a:solidFill>
                <a:schemeClr val="accent3">
                  <a:lumMod val="75000"/>
                </a:schemeClr>
              </a:solidFill>
            </a:endParaRPr>
          </a:p>
          <a:p>
            <a:pPr marL="285750" indent="-285750">
              <a:buFont typeface="Wingdings" panose="05000000000000000000" pitchFamily="2" charset="2"/>
              <a:buChar char="Ø"/>
            </a:pPr>
            <a:endParaRPr lang="en-US" altLang="zh-CN" dirty="0" smtClean="0">
              <a:solidFill>
                <a:schemeClr val="accent3">
                  <a:lumMod val="75000"/>
                </a:schemeClr>
              </a:solidFill>
            </a:endParaRPr>
          </a:p>
          <a:p>
            <a:pPr marL="285750" indent="-285750">
              <a:buFont typeface="Wingdings" panose="05000000000000000000" pitchFamily="2" charset="2"/>
              <a:buChar char="Ø"/>
            </a:pPr>
            <a:r>
              <a:rPr lang="zh-CN" altLang="en-US" dirty="0">
                <a:solidFill>
                  <a:schemeClr val="accent3">
                    <a:lumMod val="75000"/>
                  </a:schemeClr>
                </a:solidFill>
              </a:rPr>
              <a:t>飞机</a:t>
            </a:r>
          </a:p>
        </p:txBody>
      </p:sp>
      <p:sp>
        <p:nvSpPr>
          <p:cNvPr id="8" name="文本框 7"/>
          <p:cNvSpPr txBox="1"/>
          <p:nvPr/>
        </p:nvSpPr>
        <p:spPr>
          <a:xfrm>
            <a:off x="1727200" y="5301673"/>
            <a:ext cx="7269018" cy="1200329"/>
          </a:xfrm>
          <a:prstGeom prst="rect">
            <a:avLst/>
          </a:prstGeom>
          <a:noFill/>
        </p:spPr>
        <p:txBody>
          <a:bodyPr wrap="square" rtlCol="0">
            <a:spAutoFit/>
          </a:bodyPr>
          <a:lstStyle/>
          <a:p>
            <a:r>
              <a:rPr lang="zh-CN" altLang="en-US" sz="3600" dirty="0" smtClean="0">
                <a:solidFill>
                  <a:schemeClr val="accent1">
                    <a:lumMod val="40000"/>
                    <a:lumOff val="60000"/>
                  </a:schemeClr>
                </a:solidFill>
              </a:rPr>
              <a:t>注：这些都是我列举的简单例子 类似的还有很多 就不一一列举了。</a:t>
            </a:r>
            <a:endParaRPr lang="zh-CN" altLang="en-US" sz="3600" dirty="0">
              <a:solidFill>
                <a:schemeClr val="accent1">
                  <a:lumMod val="40000"/>
                  <a:lumOff val="60000"/>
                </a:schemeClr>
              </a:solidFill>
            </a:endParaRPr>
          </a:p>
        </p:txBody>
      </p:sp>
    </p:spTree>
    <p:extLst>
      <p:ext uri="{BB962C8B-B14F-4D97-AF65-F5344CB8AC3E}">
        <p14:creationId xmlns:p14="http://schemas.microsoft.com/office/powerpoint/2010/main" val="269700747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nodeType="clickEffect">
                                  <p:stCondLst>
                                    <p:cond delay="0"/>
                                  </p:stCondLst>
                                  <p:childTnLst>
                                    <p:animClr clrSpc="hsl" dir="cw">
                                      <p:cBhvr override="childStyle">
                                        <p:cTn id="6" dur="500" fill="hold"/>
                                        <p:tgtEl>
                                          <p:spTgt spid="2"/>
                                        </p:tgtEl>
                                        <p:attrNameLst>
                                          <p:attrName>style.color</p:attrName>
                                        </p:attrNameLst>
                                      </p:cBhvr>
                                      <p:by>
                                        <p:hsl h="0" s="-12549" l="-25098"/>
                                      </p:by>
                                    </p:animClr>
                                    <p:animClr clrSpc="hsl" dir="cw">
                                      <p:cBhvr>
                                        <p:cTn id="7" dur="500" fill="hold"/>
                                        <p:tgtEl>
                                          <p:spTgt spid="2"/>
                                        </p:tgtEl>
                                        <p:attrNameLst>
                                          <p:attrName>fillcolor</p:attrName>
                                        </p:attrNameLst>
                                      </p:cBhvr>
                                      <p:by>
                                        <p:hsl h="0" s="-12549" l="-25098"/>
                                      </p:by>
                                    </p:animClr>
                                    <p:animClr clrSpc="hsl" dir="cw">
                                      <p:cBhvr>
                                        <p:cTn id="8" dur="500" fill="hold"/>
                                        <p:tgtEl>
                                          <p:spTgt spid="2"/>
                                        </p:tgtEl>
                                        <p:attrNameLst>
                                          <p:attrName>stroke.color</p:attrName>
                                        </p:attrNameLst>
                                      </p:cBhvr>
                                      <p:by>
                                        <p:hsl h="0" s="-12549" l="-25098"/>
                                      </p:by>
                                    </p:animClr>
                                    <p:set>
                                      <p:cBhvr>
                                        <p:cTn id="9" dur="500" fill="hold"/>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3" name="文本框 2"/>
          <p:cNvSpPr txBox="1"/>
          <p:nvPr/>
        </p:nvSpPr>
        <p:spPr>
          <a:xfrm>
            <a:off x="2429164" y="535709"/>
            <a:ext cx="6991927" cy="461665"/>
          </a:xfrm>
          <a:prstGeom prst="rect">
            <a:avLst/>
          </a:prstGeom>
          <a:noFill/>
        </p:spPr>
        <p:txBody>
          <a:bodyPr wrap="square" rtlCol="0">
            <a:spAutoFit/>
          </a:bodyPr>
          <a:lstStyle/>
          <a:p>
            <a:pPr algn="ctr"/>
            <a:r>
              <a:rPr lang="zh-CN" altLang="en-US" sz="2400" dirty="0" smtClean="0">
                <a:solidFill>
                  <a:schemeClr val="accent1">
                    <a:lumMod val="60000"/>
                    <a:lumOff val="40000"/>
                  </a:schemeClr>
                </a:solidFill>
              </a:rPr>
              <a:t>科技应用及前景</a:t>
            </a:r>
            <a:endParaRPr lang="zh-CN" altLang="en-US" sz="2400" dirty="0">
              <a:solidFill>
                <a:schemeClr val="accent1">
                  <a:lumMod val="60000"/>
                  <a:lumOff val="40000"/>
                </a:schemeClr>
              </a:solidFill>
            </a:endParaRPr>
          </a:p>
        </p:txBody>
      </p:sp>
      <p:sp>
        <p:nvSpPr>
          <p:cNvPr id="6" name="文本框 5"/>
          <p:cNvSpPr txBox="1"/>
          <p:nvPr/>
        </p:nvSpPr>
        <p:spPr>
          <a:xfrm>
            <a:off x="766619" y="997374"/>
            <a:ext cx="10501746" cy="954107"/>
          </a:xfrm>
          <a:prstGeom prst="rect">
            <a:avLst/>
          </a:prstGeom>
          <a:noFill/>
        </p:spPr>
        <p:txBody>
          <a:bodyPr wrap="square" rtlCol="0">
            <a:spAutoFit/>
          </a:bodyPr>
          <a:lstStyle/>
          <a:p>
            <a:r>
              <a:rPr lang="zh-CN" altLang="en-US" sz="2800" dirty="0" smtClean="0">
                <a:solidFill>
                  <a:schemeClr val="accent1">
                    <a:lumMod val="40000"/>
                    <a:lumOff val="60000"/>
                  </a:schemeClr>
                </a:solidFill>
              </a:rPr>
              <a:t>现在的科技已经开始研究人工智能 并且已经有了一定的研究成果 现在给大家展示一些图片</a:t>
            </a:r>
            <a:endParaRPr lang="zh-CN" altLang="en-US" sz="2800" dirty="0">
              <a:solidFill>
                <a:schemeClr val="accent1">
                  <a:lumMod val="40000"/>
                  <a:lumOff val="60000"/>
                </a:schemeClr>
              </a:solidFill>
            </a:endParaRPr>
          </a:p>
        </p:txBody>
      </p:sp>
      <p:pic>
        <p:nvPicPr>
          <p:cNvPr id="7" name="图片 6"/>
          <p:cNvPicPr>
            <a:picLocks noChangeAspect="1"/>
          </p:cNvPicPr>
          <p:nvPr/>
        </p:nvPicPr>
        <p:blipFill>
          <a:blip r:embed="rId3"/>
          <a:stretch>
            <a:fillRect/>
          </a:stretch>
        </p:blipFill>
        <p:spPr>
          <a:xfrm>
            <a:off x="212436" y="1994747"/>
            <a:ext cx="3445163" cy="4062426"/>
          </a:xfrm>
          <a:prstGeom prst="rect">
            <a:avLst/>
          </a:prstGeom>
        </p:spPr>
      </p:pic>
      <p:pic>
        <p:nvPicPr>
          <p:cNvPr id="9" name="图片 8"/>
          <p:cNvPicPr>
            <a:picLocks noChangeAspect="1"/>
          </p:cNvPicPr>
          <p:nvPr/>
        </p:nvPicPr>
        <p:blipFill>
          <a:blip r:embed="rId4"/>
          <a:stretch>
            <a:fillRect/>
          </a:stretch>
        </p:blipFill>
        <p:spPr>
          <a:xfrm>
            <a:off x="3870035" y="1951481"/>
            <a:ext cx="4762500" cy="4762500"/>
          </a:xfrm>
          <a:prstGeom prst="rect">
            <a:avLst/>
          </a:prstGeom>
        </p:spPr>
      </p:pic>
      <p:pic>
        <p:nvPicPr>
          <p:cNvPr id="10" name="图片 9"/>
          <p:cNvPicPr>
            <a:picLocks noChangeAspect="1"/>
          </p:cNvPicPr>
          <p:nvPr/>
        </p:nvPicPr>
        <p:blipFill>
          <a:blip r:embed="rId5"/>
          <a:stretch>
            <a:fillRect/>
          </a:stretch>
        </p:blipFill>
        <p:spPr>
          <a:xfrm>
            <a:off x="8844970" y="2175742"/>
            <a:ext cx="3116121" cy="4215822"/>
          </a:xfrm>
          <a:prstGeom prst="rect">
            <a:avLst/>
          </a:prstGeom>
        </p:spPr>
      </p:pic>
    </p:spTree>
    <p:extLst>
      <p:ext uri="{BB962C8B-B14F-4D97-AF65-F5344CB8AC3E}">
        <p14:creationId xmlns:p14="http://schemas.microsoft.com/office/powerpoint/2010/main" val="3966551302"/>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文本框 2"/>
          <p:cNvSpPr txBox="1"/>
          <p:nvPr/>
        </p:nvSpPr>
        <p:spPr>
          <a:xfrm>
            <a:off x="1699491" y="1431636"/>
            <a:ext cx="9070109" cy="4708981"/>
          </a:xfrm>
          <a:prstGeom prst="rect">
            <a:avLst/>
          </a:prstGeom>
          <a:noFill/>
        </p:spPr>
        <p:txBody>
          <a:bodyPr wrap="square" rtlCol="0">
            <a:spAutoFit/>
          </a:bodyPr>
          <a:lstStyle/>
          <a:p>
            <a:pPr algn="ctr"/>
            <a:endParaRPr lang="en-US" altLang="zh-CN" sz="4400" dirty="0" smtClean="0">
              <a:solidFill>
                <a:schemeClr val="accent3">
                  <a:lumMod val="85000"/>
                </a:schemeClr>
              </a:solidFill>
            </a:endParaRPr>
          </a:p>
          <a:p>
            <a:pPr algn="ctr"/>
            <a:r>
              <a:rPr lang="zh-CN" altLang="en-US" sz="4400" dirty="0" smtClean="0">
                <a:solidFill>
                  <a:schemeClr val="tx2">
                    <a:lumMod val="20000"/>
                    <a:lumOff val="80000"/>
                  </a:schemeClr>
                </a:solidFill>
                <a:latin typeface="华文彩云" panose="02010800040101010101" pitchFamily="2" charset="-122"/>
                <a:ea typeface="华文彩云" panose="02010800040101010101" pitchFamily="2" charset="-122"/>
              </a:rPr>
              <a:t>以上内容就是我所要展示的 </a:t>
            </a:r>
            <a:endParaRPr lang="en-US" altLang="zh-CN" sz="4400" dirty="0" smtClean="0">
              <a:solidFill>
                <a:schemeClr val="tx2">
                  <a:lumMod val="20000"/>
                  <a:lumOff val="80000"/>
                </a:schemeClr>
              </a:solidFill>
              <a:latin typeface="华文彩云" panose="02010800040101010101" pitchFamily="2" charset="-122"/>
              <a:ea typeface="华文彩云" panose="02010800040101010101" pitchFamily="2" charset="-122"/>
            </a:endParaRPr>
          </a:p>
          <a:p>
            <a:endParaRPr lang="en-US" altLang="zh-CN" dirty="0" smtClean="0">
              <a:solidFill>
                <a:schemeClr val="accent3">
                  <a:lumMod val="85000"/>
                </a:schemeClr>
              </a:solidFill>
            </a:endParaRPr>
          </a:p>
          <a:p>
            <a:endParaRPr lang="en-US" altLang="zh-CN" dirty="0">
              <a:solidFill>
                <a:schemeClr val="accent3">
                  <a:lumMod val="85000"/>
                </a:schemeClr>
              </a:solidFill>
            </a:endParaRPr>
          </a:p>
          <a:p>
            <a:endParaRPr lang="en-US" altLang="zh-CN" dirty="0" smtClean="0">
              <a:solidFill>
                <a:schemeClr val="accent3">
                  <a:lumMod val="85000"/>
                </a:schemeClr>
              </a:solidFill>
            </a:endParaRPr>
          </a:p>
          <a:p>
            <a:pPr algn="ctr"/>
            <a:r>
              <a:rPr lang="zh-CN" altLang="en-US" sz="4400" dirty="0" smtClean="0">
                <a:solidFill>
                  <a:schemeClr val="accent1"/>
                </a:solidFill>
                <a:latin typeface="华文彩云" panose="02010800040101010101" pitchFamily="2" charset="-122"/>
                <a:ea typeface="华文彩云" panose="02010800040101010101" pitchFamily="2" charset="-122"/>
              </a:rPr>
              <a:t>谢谢观看</a:t>
            </a:r>
            <a:endParaRPr lang="en-US" altLang="zh-CN" sz="4400" dirty="0">
              <a:solidFill>
                <a:schemeClr val="accent1"/>
              </a:solidFill>
              <a:latin typeface="华文彩云" panose="02010800040101010101" pitchFamily="2" charset="-122"/>
              <a:ea typeface="华文彩云" panose="02010800040101010101" pitchFamily="2" charset="-122"/>
            </a:endParaRPr>
          </a:p>
          <a:p>
            <a:endParaRPr lang="en-US" altLang="zh-CN" dirty="0" smtClean="0">
              <a:solidFill>
                <a:schemeClr val="accent3">
                  <a:lumMod val="85000"/>
                </a:schemeClr>
              </a:solidFill>
            </a:endParaRPr>
          </a:p>
          <a:p>
            <a:endParaRPr lang="en-US" altLang="zh-CN" dirty="0">
              <a:solidFill>
                <a:schemeClr val="accent3">
                  <a:lumMod val="85000"/>
                </a:schemeClr>
              </a:solidFill>
            </a:endParaRPr>
          </a:p>
          <a:p>
            <a:endParaRPr lang="en-US" altLang="zh-CN" dirty="0" smtClean="0">
              <a:solidFill>
                <a:schemeClr val="accent3">
                  <a:lumMod val="85000"/>
                </a:schemeClr>
              </a:solidFill>
            </a:endParaRPr>
          </a:p>
          <a:p>
            <a:pPr algn="ctr"/>
            <a:r>
              <a:rPr lang="zh-CN" altLang="en-US" sz="6000" dirty="0" smtClean="0">
                <a:solidFill>
                  <a:schemeClr val="accent1"/>
                </a:solidFill>
                <a:latin typeface="华文彩云" panose="02010800040101010101" pitchFamily="2" charset="-122"/>
                <a:ea typeface="华文彩云" panose="02010800040101010101" pitchFamily="2" charset="-122"/>
              </a:rPr>
              <a:t>  谢谢大家！</a:t>
            </a:r>
            <a:endParaRPr lang="zh-CN" altLang="en-US" sz="6000" dirty="0">
              <a:solidFill>
                <a:schemeClr val="accent1"/>
              </a:solidFill>
              <a:latin typeface="华文彩云" panose="02010800040101010101" pitchFamily="2" charset="-122"/>
              <a:ea typeface="华文彩云" panose="02010800040101010101" pitchFamily="2" charset="-122"/>
            </a:endParaRPr>
          </a:p>
        </p:txBody>
      </p:sp>
    </p:spTree>
    <p:extLst>
      <p:ext uri="{BB962C8B-B14F-4D97-AF65-F5344CB8AC3E}">
        <p14:creationId xmlns:p14="http://schemas.microsoft.com/office/powerpoint/2010/main" val="27865866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alt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alt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216</TotalTime>
  <Words>947</Words>
  <Application>Microsoft Office PowerPoint</Application>
  <PresentationFormat>宽屏</PresentationFormat>
  <Paragraphs>73</Paragraphs>
  <Slides>12</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Billboard</vt:lpstr>
      <vt:lpstr>黑体</vt:lpstr>
      <vt:lpstr>华文彩云</vt:lpstr>
      <vt:lpstr>宋体</vt:lpstr>
      <vt:lpstr>微软雅黑</vt:lpstr>
      <vt:lpstr>张海山锐谐体</vt:lpstr>
      <vt:lpstr>Arial</vt:lpstr>
      <vt:lpstr>Calibri</vt:lpstr>
      <vt:lpstr>Calibri Light</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蓝色星空</dc:title>
  <dc:creator>第一PPT</dc:creator>
  <cp:keywords>www.1ppt.com</cp:keywords>
  <cp:lastModifiedBy>hp</cp:lastModifiedBy>
  <cp:revision>36</cp:revision>
  <dcterms:modified xsi:type="dcterms:W3CDTF">2018-10-02T05:18:01Z</dcterms:modified>
</cp:coreProperties>
</file>