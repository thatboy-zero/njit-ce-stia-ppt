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0" r:id="rId3"/>
    <p:sldId id="257" r:id="rId4"/>
    <p:sldId id="268" r:id="rId5"/>
    <p:sldId id="258" r:id="rId6"/>
    <p:sldId id="269" r:id="rId7"/>
    <p:sldId id="261" r:id="rId8"/>
    <p:sldId id="270" r:id="rId9"/>
    <p:sldId id="263" r:id="rId10"/>
    <p:sldId id="271" r:id="rId11"/>
    <p:sldId id="264" r:id="rId12"/>
    <p:sldId id="272" r:id="rId13"/>
    <p:sldId id="265" r:id="rId14"/>
    <p:sldId id="273" r:id="rId15"/>
    <p:sldId id="266" r:id="rId16"/>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1502"/>
    <a:srgbClr val="122E16"/>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7" d="100"/>
          <a:sy n="87" d="100"/>
        </p:scale>
        <p:origin x="-470" y="-8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838200" y="1122680"/>
            <a:ext cx="105156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838200" y="3602355"/>
            <a:ext cx="10515600" cy="1655445"/>
          </a:xfrm>
        </p:spPr>
        <p:txBody>
          <a:bodyPr/>
          <a:lstStyle>
            <a:lvl1pPr marL="0" indent="0" algn="ct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t>2018/10/4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197485"/>
            <a:ext cx="10515600" cy="1325563"/>
          </a:xfrm>
        </p:spPr>
        <p:txBody>
          <a:bodyPr anchor="b" anchorCtr="0"/>
          <a:lstStyle/>
          <a:p>
            <a:r>
              <a:rPr lang="zh-CN" altLang="en-US" smtClean="0"/>
              <a:t>单击此处编辑母版标题样式</a:t>
            </a:r>
            <a:endParaRPr lang="zh-CN" altLang="en-US"/>
          </a:p>
        </p:txBody>
      </p:sp>
      <p:sp>
        <p:nvSpPr>
          <p:cNvPr id="3" name="内容占位符 2"/>
          <p:cNvSpPr>
            <a:spLocks noGrp="1"/>
          </p:cNvSpPr>
          <p:nvPr>
            <p:ph idx="1"/>
          </p:nvPr>
        </p:nvSpPr>
        <p:spPr>
          <a:xfrm>
            <a:off x="838200" y="1702435"/>
            <a:ext cx="10515600" cy="4474845"/>
          </a:xfrm>
        </p:spPr>
        <p:txBody>
          <a:bodyPr/>
          <a:lstStyle>
            <a:lvl2pPr>
              <a:defRPr/>
            </a:lvl2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t>2018/10/4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959100"/>
            <a:ext cx="10515600" cy="2781300"/>
          </a:xfrm>
        </p:spPr>
        <p:txBody>
          <a:bodyPr anchor="t" anchorCtr="0"/>
          <a:lstStyle>
            <a:lvl1pPr>
              <a:defRPr sz="48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722120"/>
            <a:ext cx="10515600" cy="1102995"/>
          </a:xfrm>
        </p:spPr>
        <p:txBody>
          <a:bodyPr lIns="144145" anchor="b" anchorCtr="0"/>
          <a:lstStyle>
            <a:lvl1pPr marL="0" indent="0">
              <a:buNone/>
              <a:defRPr sz="2400">
                <a:solidFill>
                  <a:schemeClr val="tx1">
                    <a:lumMod val="50000"/>
                    <a:lumOff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2018/10/4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lvl1p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t>2018/10/4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105" y="365125"/>
            <a:ext cx="10515600" cy="800100"/>
          </a:xfrm>
        </p:spPr>
        <p:txBody>
          <a:bodyPr anchor="ctr" anchorCtr="0"/>
          <a:lstStyle>
            <a:lvl1pPr algn="ct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470" y="1482090"/>
            <a:ext cx="5220970" cy="823595"/>
          </a:xfrm>
        </p:spPr>
        <p:txBody>
          <a:bodyPr anchor="ctr" anchorCtr="0"/>
          <a:lstStyle>
            <a:lvl1pPr marL="0" indent="0">
              <a:buNone/>
              <a:defRPr sz="3200">
                <a:solidFill>
                  <a:srgbClr val="0070C0"/>
                </a:solidFill>
              </a:defRPr>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4" name="内容占位符 3"/>
          <p:cNvSpPr>
            <a:spLocks noGrp="1"/>
          </p:cNvSpPr>
          <p:nvPr>
            <p:ph sz="half" idx="2"/>
          </p:nvPr>
        </p:nvSpPr>
        <p:spPr>
          <a:xfrm>
            <a:off x="838200" y="2368550"/>
            <a:ext cx="5222240" cy="3820795"/>
          </a:xfrm>
        </p:spPr>
        <p:txBody>
          <a:bodyPr/>
          <a:lstStyle>
            <a:lvl1pPr>
              <a:defRPr sz="2800"/>
            </a:lvl1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256655" y="1482090"/>
            <a:ext cx="5097145" cy="823595"/>
          </a:xfrm>
        </p:spPr>
        <p:txBody>
          <a:bodyPr anchor="ctr" anchorCtr="0"/>
          <a:lstStyle>
            <a:lvl1pPr marL="0" indent="0">
              <a:buNone/>
              <a:defRPr sz="3200">
                <a:solidFill>
                  <a:srgbClr val="0070C0"/>
                </a:solidFill>
              </a:defRPr>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6" name="内容占位符 5"/>
          <p:cNvSpPr>
            <a:spLocks noGrp="1"/>
          </p:cNvSpPr>
          <p:nvPr>
            <p:ph sz="quarter" idx="4"/>
          </p:nvPr>
        </p:nvSpPr>
        <p:spPr>
          <a:xfrm>
            <a:off x="6256655" y="2368550"/>
            <a:ext cx="5097145" cy="3820795"/>
          </a:xfrm>
        </p:spPr>
        <p:txBody>
          <a:bodyPr/>
          <a:lstStyle>
            <a:lvl1pPr>
              <a:defRPr sz="2800"/>
            </a:lvl1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t>2018/10/4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197485"/>
            <a:ext cx="10515600" cy="1325563"/>
          </a:xfrm>
        </p:spPr>
        <p:txBody>
          <a:bodyPr anchor="b" anchorCtr="0"/>
          <a:lstStyle/>
          <a:p>
            <a:r>
              <a:rPr lang="zh-CN" altLang="en-US" smtClean="0"/>
              <a:t>单击此处编辑母版标题样式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t>2018/10/4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 + 文本">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12700" y="-1905"/>
            <a:ext cx="7017385" cy="6861810"/>
          </a:xfrm>
          <a:noFill/>
        </p:spPr>
        <p:txBody>
          <a:bodyPr lIns="252095" tIns="144145"/>
          <a:lstStyle>
            <a:lvl1pPr marL="0" indent="0" algn="ctr">
              <a:buNone/>
              <a:defRPr sz="1800">
                <a:solidFill>
                  <a:schemeClr val="tx1">
                    <a:lumMod val="50000"/>
                    <a:lumOff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2" name="标题 1"/>
          <p:cNvSpPr>
            <a:spLocks noGrp="1"/>
          </p:cNvSpPr>
          <p:nvPr>
            <p:ph type="title"/>
          </p:nvPr>
        </p:nvSpPr>
        <p:spPr>
          <a:xfrm>
            <a:off x="7350125" y="457200"/>
            <a:ext cx="4392295" cy="1055370"/>
          </a:xfrm>
        </p:spPr>
        <p:txBody>
          <a:bodyPr anchor="b" anchorCtr="0"/>
          <a:lstStyle>
            <a:lvl1pPr>
              <a:defRPr sz="3200"/>
            </a:lvl1pPr>
          </a:lstStyle>
          <a:p>
            <a:r>
              <a:rPr lang="zh-CN" altLang="en-US" smtClean="0"/>
              <a:t>单击此处编辑母版标题样式</a:t>
            </a:r>
            <a:endParaRPr lang="zh-CN" altLang="en-US"/>
          </a:p>
        </p:txBody>
      </p:sp>
      <p:sp>
        <p:nvSpPr>
          <p:cNvPr id="4" name="文本占位符 3"/>
          <p:cNvSpPr>
            <a:spLocks noGrp="1"/>
          </p:cNvSpPr>
          <p:nvPr>
            <p:ph type="body" sz="half" idx="2"/>
          </p:nvPr>
        </p:nvSpPr>
        <p:spPr>
          <a:xfrm>
            <a:off x="7349490" y="1694180"/>
            <a:ext cx="4393565" cy="4480560"/>
          </a:xfrm>
        </p:spPr>
        <p:txBody>
          <a:bodyPr/>
          <a:lstStyle>
            <a:lvl1pPr marL="0" indent="0">
              <a:buNone/>
              <a:defRPr sz="2800">
                <a:solidFill>
                  <a:schemeClr val="tx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2018/10/4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文本 + 图片">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5183505" y="-7620"/>
            <a:ext cx="7017385" cy="6861810"/>
          </a:xfrm>
          <a:noFill/>
        </p:spPr>
        <p:txBody>
          <a:bodyPr lIns="252095" tIns="144145"/>
          <a:lstStyle>
            <a:lvl1pPr marL="0" indent="0" algn="ctr">
              <a:buNone/>
              <a:defRPr sz="1800">
                <a:solidFill>
                  <a:schemeClr val="tx1">
                    <a:lumMod val="50000"/>
                    <a:lumOff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2" name="标题 1"/>
          <p:cNvSpPr>
            <a:spLocks noGrp="1"/>
          </p:cNvSpPr>
          <p:nvPr>
            <p:ph type="title"/>
          </p:nvPr>
        </p:nvSpPr>
        <p:spPr>
          <a:xfrm>
            <a:off x="409575" y="457200"/>
            <a:ext cx="4279900" cy="1055370"/>
          </a:xfrm>
        </p:spPr>
        <p:txBody>
          <a:bodyPr anchor="t" anchorCtr="0"/>
          <a:lstStyle>
            <a:lvl1pPr>
              <a:defRPr sz="3200"/>
            </a:lvl1pPr>
          </a:lstStyle>
          <a:p>
            <a:r>
              <a:rPr lang="zh-CN" altLang="en-US" smtClean="0"/>
              <a:t>单击此处编辑母版标题样式</a:t>
            </a:r>
            <a:endParaRPr lang="zh-CN" altLang="en-US"/>
          </a:p>
        </p:txBody>
      </p:sp>
      <p:sp>
        <p:nvSpPr>
          <p:cNvPr id="4" name="文本占位符 3"/>
          <p:cNvSpPr>
            <a:spLocks noGrp="1"/>
          </p:cNvSpPr>
          <p:nvPr>
            <p:ph type="body" sz="half" idx="2"/>
          </p:nvPr>
        </p:nvSpPr>
        <p:spPr>
          <a:xfrm>
            <a:off x="409575" y="1694180"/>
            <a:ext cx="4280535" cy="4480560"/>
          </a:xfrm>
        </p:spPr>
        <p:txBody>
          <a:bodyPr/>
          <a:lstStyle>
            <a:lvl1pPr marL="0" indent="0">
              <a:buNone/>
              <a:defRPr sz="2800">
                <a:solidFill>
                  <a:schemeClr val="tx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2018/10/4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4_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2F288E0-7875-42C4-84C8-98DBBD3BF4D2}" type="datetimeFigureOut">
              <a:rPr lang="zh-CN" altLang="en-US" smtClean="0"/>
              <a:t>2018/10/4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
        <p:nvSpPr>
          <p:cNvPr id="3"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7"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327025"/>
            <a:ext cx="10515600" cy="5850255"/>
          </a:xfrm>
        </p:spPr>
        <p:txBody>
          <a:bodyPr/>
          <a:lstStyle>
            <a:lvl2pPr>
              <a:defRPr/>
            </a:lvl2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t>2018/10/4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2F288E0-7875-42C4-84C8-98DBBD3BF4D2}" type="datetimeFigureOut">
              <a:rPr lang="zh-CN" altLang="en-US" smtClean="0"/>
              <a:t>2018/10/4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2018/10/4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a:gsLst>
            <a:gs pos="0">
              <a:schemeClr val="bg1">
                <a:lumMod val="95000"/>
              </a:schemeClr>
            </a:gs>
            <a:gs pos="100000">
              <a:schemeClr val="bg2"/>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a:effectLst>
            <a:outerShdw blurRad="88900" dist="101600" dir="5400000" algn="ctr" rotWithShape="0">
              <a:srgbClr val="000000">
                <a:alpha val="2000"/>
              </a:srgbClr>
            </a:outerShdw>
          </a:effectLst>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Light" panose="020B0502040204020203" charset="-122"/>
                <a:ea typeface="微软雅黑 Light" panose="020B0502040204020203" charset="-122"/>
              </a:defRPr>
            </a:lvl1pPr>
          </a:lstStyle>
          <a:p>
            <a:fld id="{82F288E0-7875-42C4-84C8-98DBBD3BF4D2}" type="datetimeFigureOut">
              <a:rPr lang="zh-CN" altLang="en-US" smtClean="0"/>
              <a:t>2018/10/4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Light" panose="020B0502040204020203" charset="-122"/>
                <a:ea typeface="微软雅黑 Light" panose="020B0502040204020203"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Light" panose="020B0502040204020203" charset="-122"/>
                <a:ea typeface="微软雅黑 Light" panose="020B0502040204020203" charset="-122"/>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defTabSz="914400" rtl="0" eaLnBrk="1" latinLnBrk="0" hangingPunct="1">
        <a:lnSpc>
          <a:spcPct val="90000"/>
        </a:lnSpc>
        <a:spcBef>
          <a:spcPct val="0"/>
        </a:spcBef>
        <a:buNone/>
        <a:defRPr sz="4000" kern="1200">
          <a:solidFill>
            <a:srgbClr val="202020"/>
          </a:solidFill>
          <a:effectLst>
            <a:outerShdw blurRad="50800" dist="38100" dir="5400000" algn="t" rotWithShape="0">
              <a:prstClr val="black">
                <a:alpha val="20000"/>
              </a:prstClr>
            </a:outerShdw>
          </a:effectLst>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120000"/>
        </a:lnSpc>
        <a:spcBef>
          <a:spcPts val="1000"/>
        </a:spcBef>
        <a:buSzPct val="75000"/>
        <a:buFont typeface="Arial" panose="020B0604020202020204" pitchFamily="34" charset="0"/>
        <a:buChar char="•"/>
        <a:defRPr sz="2800" kern="1200">
          <a:solidFill>
            <a:schemeClr val="tx1">
              <a:lumMod val="85000"/>
              <a:lumOff val="15000"/>
            </a:schemeClr>
          </a:solidFill>
          <a:latin typeface="微软雅黑" panose="020B0503020204020204" charset="-122"/>
          <a:ea typeface="微软雅黑" panose="020B0503020204020204" charset="-122"/>
          <a:cs typeface="+mn-cs"/>
        </a:defRPr>
      </a:lvl1pPr>
      <a:lvl2pPr marL="575945" indent="-228600" algn="l" defTabSz="914400" rtl="0" eaLnBrk="1" fontAlgn="auto" latinLnBrk="0" hangingPunct="1">
        <a:lnSpc>
          <a:spcPct val="120000"/>
        </a:lnSpc>
        <a:spcBef>
          <a:spcPts val="500"/>
        </a:spcBef>
        <a:buSzPct val="75000"/>
        <a:buFont typeface="Arial" panose="020B0604020202020204" pitchFamily="34" charset="0"/>
        <a:buChar char="•"/>
        <a:defRPr sz="2200" kern="1200">
          <a:solidFill>
            <a:schemeClr val="tx1">
              <a:lumMod val="75000"/>
              <a:lumOff val="25000"/>
            </a:schemeClr>
          </a:solidFill>
          <a:latin typeface="微软雅黑" panose="020B0503020204020204" charset="-122"/>
          <a:ea typeface="微软雅黑" panose="020B0503020204020204" charset="-122"/>
          <a:cs typeface="+mn-cs"/>
        </a:defRPr>
      </a:lvl2pPr>
      <a:lvl3pPr marL="1007745" indent="-228600" algn="l" defTabSz="914400" rtl="0" eaLnBrk="1" fontAlgn="auto" latinLnBrk="0" hangingPunct="1">
        <a:lnSpc>
          <a:spcPct val="120000"/>
        </a:lnSpc>
        <a:spcBef>
          <a:spcPts val="500"/>
        </a:spcBef>
        <a:buSzPct val="75000"/>
        <a:buFont typeface="Arial" panose="020B0604020202020204" pitchFamily="34" charset="0"/>
        <a:buChar char="‒"/>
        <a:defRPr sz="2000" kern="1200">
          <a:solidFill>
            <a:schemeClr val="tx1">
              <a:lumMod val="65000"/>
              <a:lumOff val="35000"/>
            </a:schemeClr>
          </a:solidFill>
          <a:latin typeface="微软雅黑" panose="020B0503020204020204" charset="-122"/>
          <a:ea typeface="微软雅黑" panose="020B0503020204020204" charset="-122"/>
          <a:cs typeface="+mn-cs"/>
        </a:defRPr>
      </a:lvl3pPr>
      <a:lvl4pPr marL="1511935" indent="-228600" algn="l" defTabSz="914400" rtl="0" eaLnBrk="1" fontAlgn="auto" latinLnBrk="0" hangingPunct="1">
        <a:lnSpc>
          <a:spcPct val="100000"/>
        </a:lnSpc>
        <a:spcBef>
          <a:spcPts val="500"/>
        </a:spcBef>
        <a:buSzPct val="75000"/>
        <a:buFont typeface="Arial" panose="020B0604020202020204" pitchFamily="34" charset="0"/>
        <a:buChar char="˃"/>
        <a:defRPr sz="1800" kern="1200">
          <a:solidFill>
            <a:schemeClr val="tx1">
              <a:lumMod val="50000"/>
              <a:lumOff val="50000"/>
            </a:schemeClr>
          </a:solidFill>
          <a:latin typeface="微软雅黑" panose="020B0503020204020204" charset="-122"/>
          <a:ea typeface="微软雅黑" panose="020B0503020204020204" charset="-122"/>
          <a:cs typeface="+mn-cs"/>
        </a:defRPr>
      </a:lvl4pPr>
      <a:lvl5pPr marL="1943735" indent="-228600" algn="l" defTabSz="914400" rtl="0" eaLnBrk="1" fontAlgn="auto" latinLnBrk="0" hangingPunct="1">
        <a:lnSpc>
          <a:spcPct val="90000"/>
        </a:lnSpc>
        <a:spcBef>
          <a:spcPts val="500"/>
        </a:spcBef>
        <a:buSzPct val="75000"/>
        <a:buFont typeface="Arial" panose="020B0604020202020204" pitchFamily="34" charset="0"/>
        <a:buChar char="˃"/>
        <a:defRPr sz="1800" kern="1200">
          <a:solidFill>
            <a:schemeClr val="tx1">
              <a:lumMod val="50000"/>
              <a:lumOff val="50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slide" Target="slide5.xml"/><Relationship Id="rId7" Type="http://schemas.openxmlformats.org/officeDocument/2006/relationships/slide" Target="slide13.xml"/><Relationship Id="rId2" Type="http://schemas.openxmlformats.org/officeDocument/2006/relationships/slide" Target="slide3.xml"/><Relationship Id="rId1" Type="http://schemas.openxmlformats.org/officeDocument/2006/relationships/slideLayout" Target="../slideLayouts/slideLayout6.xml"/><Relationship Id="rId6" Type="http://schemas.openxmlformats.org/officeDocument/2006/relationships/slide" Target="slide11.xml"/><Relationship Id="rId5" Type="http://schemas.openxmlformats.org/officeDocument/2006/relationships/slide" Target="slide9.xml"/><Relationship Id="rId4" Type="http://schemas.openxmlformats.org/officeDocument/2006/relationships/slide" Target="slide7.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slide" Target="slide5.xml"/><Relationship Id="rId7" Type="http://schemas.openxmlformats.org/officeDocument/2006/relationships/slide" Target="slide13.xml"/><Relationship Id="rId2" Type="http://schemas.openxmlformats.org/officeDocument/2006/relationships/slide" Target="slide3.xml"/><Relationship Id="rId1" Type="http://schemas.openxmlformats.org/officeDocument/2006/relationships/slideLayout" Target="../slideLayouts/slideLayout11.xml"/><Relationship Id="rId6" Type="http://schemas.openxmlformats.org/officeDocument/2006/relationships/slide" Target="slide11.xml"/><Relationship Id="rId5" Type="http://schemas.openxmlformats.org/officeDocument/2006/relationships/slide" Target="slide9.xml"/><Relationship Id="rId4" Type="http://schemas.openxmlformats.org/officeDocument/2006/relationships/slide" Target="slide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slide" Target="slide5.xml"/><Relationship Id="rId7" Type="http://schemas.openxmlformats.org/officeDocument/2006/relationships/slide" Target="slide13.xml"/><Relationship Id="rId2" Type="http://schemas.openxmlformats.org/officeDocument/2006/relationships/slide" Target="slide3.xml"/><Relationship Id="rId1" Type="http://schemas.openxmlformats.org/officeDocument/2006/relationships/slideLayout" Target="../slideLayouts/slideLayout11.xml"/><Relationship Id="rId6" Type="http://schemas.openxmlformats.org/officeDocument/2006/relationships/slide" Target="slide11.xml"/><Relationship Id="rId5" Type="http://schemas.openxmlformats.org/officeDocument/2006/relationships/slide" Target="slide9.xml"/><Relationship Id="rId4" Type="http://schemas.openxmlformats.org/officeDocument/2006/relationships/slide" Target="slide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slide" Target="slide5.xml"/><Relationship Id="rId7" Type="http://schemas.openxmlformats.org/officeDocument/2006/relationships/slide" Target="slide13.xml"/><Relationship Id="rId2" Type="http://schemas.openxmlformats.org/officeDocument/2006/relationships/slide" Target="slide3.xml"/><Relationship Id="rId1" Type="http://schemas.openxmlformats.org/officeDocument/2006/relationships/slideLayout" Target="../slideLayouts/slideLayout11.xml"/><Relationship Id="rId6" Type="http://schemas.openxmlformats.org/officeDocument/2006/relationships/slide" Target="slide11.xml"/><Relationship Id="rId5" Type="http://schemas.openxmlformats.org/officeDocument/2006/relationships/slide" Target="slide9.xml"/><Relationship Id="rId4" Type="http://schemas.openxmlformats.org/officeDocument/2006/relationships/slide" Target="slide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slide" Target="slide5.xml"/><Relationship Id="rId7" Type="http://schemas.openxmlformats.org/officeDocument/2006/relationships/slide" Target="slide13.xml"/><Relationship Id="rId2" Type="http://schemas.openxmlformats.org/officeDocument/2006/relationships/slide" Target="slide3.xml"/><Relationship Id="rId1" Type="http://schemas.openxmlformats.org/officeDocument/2006/relationships/slideLayout" Target="../slideLayouts/slideLayout11.xml"/><Relationship Id="rId6" Type="http://schemas.openxmlformats.org/officeDocument/2006/relationships/slide" Target="slide11.xml"/><Relationship Id="rId5" Type="http://schemas.openxmlformats.org/officeDocument/2006/relationships/slide" Target="slide9.xml"/><Relationship Id="rId4" Type="http://schemas.openxmlformats.org/officeDocument/2006/relationships/slide" Target="slide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slide" Target="slide5.xml"/><Relationship Id="rId7" Type="http://schemas.openxmlformats.org/officeDocument/2006/relationships/slide" Target="slide13.xml"/><Relationship Id="rId2" Type="http://schemas.openxmlformats.org/officeDocument/2006/relationships/slide" Target="slide3.xml"/><Relationship Id="rId1" Type="http://schemas.openxmlformats.org/officeDocument/2006/relationships/slideLayout" Target="../slideLayouts/slideLayout11.xml"/><Relationship Id="rId6" Type="http://schemas.openxmlformats.org/officeDocument/2006/relationships/slide" Target="slide11.xml"/><Relationship Id="rId5" Type="http://schemas.openxmlformats.org/officeDocument/2006/relationships/slide" Target="slide9.xml"/><Relationship Id="rId4" Type="http://schemas.openxmlformats.org/officeDocument/2006/relationships/slide" Target="slide7.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slide" Target="slide5.xml"/><Relationship Id="rId7" Type="http://schemas.openxmlformats.org/officeDocument/2006/relationships/slide" Target="slide13.xml"/><Relationship Id="rId2" Type="http://schemas.openxmlformats.org/officeDocument/2006/relationships/slide" Target="slide3.xml"/><Relationship Id="rId1" Type="http://schemas.openxmlformats.org/officeDocument/2006/relationships/slideLayout" Target="../slideLayouts/slideLayout11.xml"/><Relationship Id="rId6" Type="http://schemas.openxmlformats.org/officeDocument/2006/relationships/slide" Target="slide11.xml"/><Relationship Id="rId5" Type="http://schemas.openxmlformats.org/officeDocument/2006/relationships/slide" Target="slide9.xml"/><Relationship Id="rId4" Type="http://schemas.openxmlformats.org/officeDocument/2006/relationships/slide" Target="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alpha val="0"/>
              </a:schemeClr>
            </a:gs>
            <a:gs pos="100000">
              <a:schemeClr val="bg2"/>
            </a:gs>
          </a:gsLst>
          <a:lin ang="5400000" scaled="0"/>
        </a:gra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838200" y="1638300"/>
            <a:ext cx="10515600" cy="2387600"/>
          </a:xfrm>
          <a:effectLst>
            <a:glow rad="127000">
              <a:schemeClr val="accent1">
                <a:alpha val="0"/>
              </a:schemeClr>
            </a:glow>
            <a:outerShdw blurRad="88900" dist="101600" dir="5400000" algn="ctr" rotWithShape="0">
              <a:srgbClr val="000000">
                <a:alpha val="2000"/>
              </a:srgbClr>
            </a:outerShdw>
          </a:effectLst>
        </p:spPr>
        <p:txBody>
          <a:bodyPr/>
          <a:lstStyle/>
          <a:p>
            <a:pPr algn="ctr"/>
            <a:r>
              <a:rPr lang="zh-CN" altLang="en-US" b="1" dirty="0" smtClean="0">
                <a:ln w="22225">
                  <a:solidFill>
                    <a:schemeClr val="accent2"/>
                  </a:solidFill>
                  <a:prstDash val="solid"/>
                </a:ln>
                <a:solidFill>
                  <a:schemeClr val="accent2">
                    <a:lumMod val="40000"/>
                    <a:lumOff val="60000"/>
                  </a:schemeClr>
                </a:solidFill>
                <a:effectLst/>
              </a:rPr>
              <a:t>我国</a:t>
            </a:r>
            <a:r>
              <a:rPr lang="en-US" altLang="zh-CN" b="1" dirty="0" smtClean="0">
                <a:ln w="22225">
                  <a:solidFill>
                    <a:schemeClr val="accent2"/>
                  </a:solidFill>
                  <a:prstDash val="solid"/>
                </a:ln>
                <a:solidFill>
                  <a:schemeClr val="accent2">
                    <a:lumMod val="40000"/>
                    <a:lumOff val="60000"/>
                  </a:schemeClr>
                </a:solidFill>
                <a:effectLst/>
              </a:rPr>
              <a:t>2017</a:t>
            </a:r>
            <a:r>
              <a:rPr lang="zh-CN" altLang="en-US" b="1" dirty="0" smtClean="0">
                <a:ln w="22225">
                  <a:solidFill>
                    <a:schemeClr val="accent2"/>
                  </a:solidFill>
                  <a:prstDash val="solid"/>
                </a:ln>
                <a:solidFill>
                  <a:schemeClr val="accent2">
                    <a:lumMod val="40000"/>
                    <a:lumOff val="60000"/>
                  </a:schemeClr>
                </a:solidFill>
                <a:effectLst/>
              </a:rPr>
              <a:t>年最新</a:t>
            </a:r>
            <a:r>
              <a:rPr lang="zh-CN" altLang="en-US" b="1" dirty="0">
                <a:ln w="22225">
                  <a:solidFill>
                    <a:schemeClr val="accent2"/>
                  </a:solidFill>
                  <a:prstDash val="solid"/>
                </a:ln>
                <a:solidFill>
                  <a:schemeClr val="accent2">
                    <a:lumMod val="40000"/>
                    <a:lumOff val="60000"/>
                  </a:schemeClr>
                </a:solidFill>
                <a:effectLst/>
              </a:rPr>
              <a:t>科技成果展示</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28955" y="330835"/>
            <a:ext cx="1405255" cy="368300"/>
          </a:xfrm>
          <a:prstGeom prst="rect">
            <a:avLst/>
          </a:prstGeom>
          <a:noFill/>
        </p:spPr>
        <p:txBody>
          <a:bodyPr wrap="square" rtlCol="0">
            <a:spAutoFit/>
          </a:bodyPr>
          <a:lstStyle/>
          <a:p>
            <a:r>
              <a:rPr lang="zh-CN" altLang="en-US">
                <a:hlinkClick r:id="rId2" action="ppaction://hlinksldjump"/>
              </a:rPr>
              <a:t>“翼龙”Ⅱ</a:t>
            </a:r>
            <a:endParaRPr lang="zh-CN" altLang="en-US"/>
          </a:p>
        </p:txBody>
      </p:sp>
      <p:sp>
        <p:nvSpPr>
          <p:cNvPr id="4" name="文本框 3"/>
          <p:cNvSpPr txBox="1"/>
          <p:nvPr/>
        </p:nvSpPr>
        <p:spPr>
          <a:xfrm>
            <a:off x="528955" y="1082040"/>
            <a:ext cx="1624965" cy="368300"/>
          </a:xfrm>
          <a:prstGeom prst="rect">
            <a:avLst/>
          </a:prstGeom>
          <a:noFill/>
        </p:spPr>
        <p:txBody>
          <a:bodyPr wrap="square" rtlCol="0">
            <a:spAutoFit/>
          </a:bodyPr>
          <a:lstStyle/>
          <a:p>
            <a:r>
              <a:rPr lang="zh-CN" altLang="en-US">
                <a:hlinkClick r:id="rId3" action="ppaction://hlinksldjump"/>
              </a:rPr>
              <a:t>首艘国产航母</a:t>
            </a:r>
            <a:endParaRPr lang="zh-CN" altLang="en-US"/>
          </a:p>
        </p:txBody>
      </p:sp>
      <p:sp>
        <p:nvSpPr>
          <p:cNvPr id="6" name="文本框 5"/>
          <p:cNvSpPr txBox="1"/>
          <p:nvPr/>
        </p:nvSpPr>
        <p:spPr>
          <a:xfrm>
            <a:off x="528955" y="1931670"/>
            <a:ext cx="1711960" cy="368300"/>
          </a:xfrm>
          <a:prstGeom prst="rect">
            <a:avLst/>
          </a:prstGeom>
          <a:noFill/>
        </p:spPr>
        <p:txBody>
          <a:bodyPr wrap="square" rtlCol="0">
            <a:spAutoFit/>
          </a:bodyPr>
          <a:lstStyle/>
          <a:p>
            <a:r>
              <a:rPr lang="zh-CN" altLang="en-US">
                <a:hlinkClick r:id="rId4" action="ppaction://hlinksldjump"/>
              </a:rPr>
              <a:t>光量子计算机</a:t>
            </a:r>
            <a:endParaRPr lang="zh-CN" altLang="en-US"/>
          </a:p>
        </p:txBody>
      </p:sp>
      <p:sp>
        <p:nvSpPr>
          <p:cNvPr id="7" name="文本框 6"/>
          <p:cNvSpPr txBox="1"/>
          <p:nvPr/>
        </p:nvSpPr>
        <p:spPr>
          <a:xfrm>
            <a:off x="528955" y="2683510"/>
            <a:ext cx="2462530" cy="368300"/>
          </a:xfrm>
          <a:prstGeom prst="rect">
            <a:avLst/>
          </a:prstGeom>
          <a:noFill/>
        </p:spPr>
        <p:txBody>
          <a:bodyPr wrap="square" rtlCol="0">
            <a:spAutoFit/>
          </a:bodyPr>
          <a:lstStyle/>
          <a:p>
            <a:r>
              <a:rPr lang="zh-CN" altLang="en-US">
                <a:hlinkClick r:id="rId5" action="ppaction://hlinksldjump"/>
              </a:rPr>
              <a:t>喷气式大型客机C919</a:t>
            </a:r>
            <a:endParaRPr lang="zh-CN" altLang="en-US"/>
          </a:p>
        </p:txBody>
      </p:sp>
      <p:sp>
        <p:nvSpPr>
          <p:cNvPr id="8" name="文本框 7"/>
          <p:cNvSpPr txBox="1"/>
          <p:nvPr/>
        </p:nvSpPr>
        <p:spPr>
          <a:xfrm>
            <a:off x="528955" y="3397250"/>
            <a:ext cx="3374390" cy="368300"/>
          </a:xfrm>
          <a:prstGeom prst="rect">
            <a:avLst/>
          </a:prstGeom>
          <a:noFill/>
        </p:spPr>
        <p:txBody>
          <a:bodyPr wrap="square" rtlCol="0">
            <a:spAutoFit/>
          </a:bodyPr>
          <a:lstStyle/>
          <a:p>
            <a:r>
              <a:rPr lang="zh-CN" altLang="en-US">
                <a:hlinkClick r:id="rId6" action="ppaction://hlinksldjump"/>
              </a:rPr>
              <a:t>硬X射线调制望远镜卫星“慧眼”</a:t>
            </a:r>
            <a:endParaRPr lang="zh-CN" altLang="en-US"/>
          </a:p>
        </p:txBody>
      </p:sp>
      <p:sp>
        <p:nvSpPr>
          <p:cNvPr id="9" name="文本框 8"/>
          <p:cNvSpPr txBox="1"/>
          <p:nvPr/>
        </p:nvSpPr>
        <p:spPr>
          <a:xfrm>
            <a:off x="528955" y="4197985"/>
            <a:ext cx="2155825" cy="368300"/>
          </a:xfrm>
          <a:prstGeom prst="rect">
            <a:avLst/>
          </a:prstGeom>
          <a:noFill/>
        </p:spPr>
        <p:txBody>
          <a:bodyPr wrap="square" rtlCol="0">
            <a:spAutoFit/>
          </a:bodyPr>
          <a:lstStyle/>
          <a:p>
            <a:r>
              <a:rPr lang="zh-CN" altLang="en-US">
                <a:hlinkClick r:id="rId7" action="ppaction://hlinksldjump"/>
              </a:rPr>
              <a:t>动车组“复兴号”</a:t>
            </a:r>
            <a:endParaRPr lang="zh-CN" altLang="en-US"/>
          </a:p>
        </p:txBody>
      </p:sp>
      <p:sp>
        <p:nvSpPr>
          <p:cNvPr id="10" name="文本框 9"/>
          <p:cNvSpPr txBox="1"/>
          <p:nvPr/>
        </p:nvSpPr>
        <p:spPr>
          <a:xfrm>
            <a:off x="528955" y="4838700"/>
            <a:ext cx="3903980" cy="368300"/>
          </a:xfrm>
          <a:prstGeom prst="rect">
            <a:avLst/>
          </a:prstGeom>
          <a:noFill/>
        </p:spPr>
        <p:txBody>
          <a:bodyPr wrap="square" rtlCol="0">
            <a:spAutoFit/>
          </a:bodyPr>
          <a:lstStyle/>
          <a:p>
            <a:r>
              <a:rPr lang="zh-CN" altLang="en-US">
                <a:hlinkClick r:id="rId8" action="ppaction://hlinksldjump"/>
              </a:rPr>
              <a:t>全球首颗量子科学实验卫星“墨子号”</a:t>
            </a:r>
            <a:endParaRPr lang="zh-CN" alt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df09ee060fdf4b0bad7ba41e1eb4b23b"/>
          <p:cNvPicPr/>
          <p:nvPr/>
        </p:nvPicPr>
        <p:blipFill>
          <a:blip r:embed="rId2"/>
          <a:stretch>
            <a:fillRect/>
          </a:stretch>
        </p:blipFill>
        <p:spPr>
          <a:xfrm>
            <a:off x="9525" y="15240"/>
            <a:ext cx="12220575" cy="6853555"/>
          </a:xfrm>
          <a:prstGeom prst="rect">
            <a:avLst/>
          </a:prstGeom>
          <a:effectLst>
            <a:reflection stA="0" endPos="65000" dist="50800" dir="5400000" sy="-100000" algn="bl" rotWithShape="0"/>
          </a:effectLst>
        </p:spPr>
      </p:pic>
      <p:sp>
        <p:nvSpPr>
          <p:cNvPr id="2" name="标题 1"/>
          <p:cNvSpPr>
            <a:spLocks noGrp="1"/>
          </p:cNvSpPr>
          <p:nvPr>
            <p:ph type="title"/>
          </p:nvPr>
        </p:nvSpPr>
        <p:spPr>
          <a:xfrm>
            <a:off x="217805" y="198755"/>
            <a:ext cx="2831465" cy="775970"/>
          </a:xfrm>
          <a:effectLst>
            <a:glow rad="228600">
              <a:schemeClr val="accent5">
                <a:satMod val="175000"/>
                <a:alpha val="31000"/>
              </a:schemeClr>
            </a:glow>
            <a:reflection endPos="66000" dir="5400000" sy="-100000" algn="bl" rotWithShape="0"/>
          </a:effectLst>
        </p:spPr>
        <p:style>
          <a:lnRef idx="2">
            <a:schemeClr val="accent1"/>
          </a:lnRef>
          <a:fillRef idx="1">
            <a:schemeClr val="lt1"/>
          </a:fillRef>
          <a:effectRef idx="0">
            <a:schemeClr val="accent1"/>
          </a:effectRef>
          <a:fontRef idx="minor">
            <a:schemeClr val="dk1"/>
          </a:fontRef>
        </p:style>
        <p:txBody>
          <a:bodyPr/>
          <a:lstStyle/>
          <a:p>
            <a:pPr algn="ctr"/>
            <a:r>
              <a:rPr lang="zh-CN" altLang="en-US">
                <a:hlinkClick r:id="rId3" action="ppaction://hlinksldjump" tooltip="目录"/>
              </a:rPr>
              <a:t>“翼龙”Ⅱ</a:t>
            </a:r>
            <a:endParaRPr lang="zh-CN" altLang="en-US"/>
          </a:p>
        </p:txBody>
      </p:sp>
      <p:sp>
        <p:nvSpPr>
          <p:cNvPr id="3" name="内容占位符 2"/>
          <p:cNvSpPr>
            <a:spLocks noGrp="1"/>
          </p:cNvSpPr>
          <p:nvPr>
            <p:ph idx="1"/>
          </p:nvPr>
        </p:nvSpPr>
        <p:spPr>
          <a:xfrm>
            <a:off x="316865" y="1974215"/>
            <a:ext cx="11036935" cy="4203065"/>
          </a:xfrm>
        </p:spPr>
        <p:txBody>
          <a:bodyPr/>
          <a:lstStyle/>
          <a:p>
            <a:r>
              <a:rPr lang="en-US" altLang="zh-CN">
                <a:solidFill>
                  <a:srgbClr val="FF0000"/>
                </a:solidFill>
                <a:uFillTx/>
              </a:rPr>
              <a:t>2017</a:t>
            </a:r>
            <a:r>
              <a:rPr lang="zh-CN" altLang="en-US">
                <a:solidFill>
                  <a:srgbClr val="FF0000"/>
                </a:solidFill>
                <a:uFillTx/>
              </a:rPr>
              <a:t>年2月27日，中国航空工业自主研制的新型长航时侦察打击一体型多用途无人机系统“翼龙”Ⅱ成功首飞，中国成为全世界继美国之后具备新一代察打一体无人机研制能力的国家。“翼龙”Ⅱ属于世界一流水平，是中国首款装配涡轮螺旋桨发动机的无人机，能够执行侦察、监视和对地打击等任务，经扩展还能进行情报收集、电子战、搜救，适用于军事任务、反恐维稳、边境巡逻和民事用途。</a:t>
            </a:r>
          </a:p>
          <a:p>
            <a:endParaRPr lang="zh-CN" altLang="en-US">
              <a:solidFill>
                <a:srgbClr val="FF0000"/>
              </a:solidFill>
              <a:uFillTx/>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2000" fill="hold">
                                          <p:stCondLst>
                                            <p:cond delay="0"/>
                                          </p:stCondLst>
                                        </p:cTn>
                                        <p:tgtEl>
                                          <p:spTgt spid="3">
                                            <p:txEl>
                                              <p:pRg st="0" end="0"/>
                                            </p:txEl>
                                          </p:spTgt>
                                        </p:tgtEl>
                                        <p:attrNameLst>
                                          <p:attrName>style.visibility</p:attrName>
                                        </p:attrNameLst>
                                      </p:cBhvr>
                                      <p:to>
                                        <p:strVal val="visible"/>
                                      </p:to>
                                    </p:set>
                                    <p:animEffect transition="in" filter="blinds(vertical)">
                                      <p:cBhvr>
                                        <p:cTn id="12"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528955" y="330835"/>
            <a:ext cx="1405255" cy="368300"/>
          </a:xfrm>
          <a:prstGeom prst="rect">
            <a:avLst/>
          </a:prstGeom>
          <a:noFill/>
        </p:spPr>
        <p:txBody>
          <a:bodyPr wrap="square" rtlCol="0">
            <a:spAutoFit/>
          </a:bodyPr>
          <a:lstStyle/>
          <a:p>
            <a:r>
              <a:rPr lang="zh-CN" altLang="en-US">
                <a:hlinkClick r:id="rId2" action="ppaction://hlinksldjump"/>
              </a:rPr>
              <a:t>“翼龙”Ⅱ</a:t>
            </a:r>
            <a:endParaRPr lang="zh-CN" altLang="en-US"/>
          </a:p>
        </p:txBody>
      </p:sp>
      <p:sp>
        <p:nvSpPr>
          <p:cNvPr id="15" name="文本框 14"/>
          <p:cNvSpPr txBox="1"/>
          <p:nvPr/>
        </p:nvSpPr>
        <p:spPr>
          <a:xfrm>
            <a:off x="528955" y="1082040"/>
            <a:ext cx="1624965" cy="368300"/>
          </a:xfrm>
          <a:prstGeom prst="rect">
            <a:avLst/>
          </a:prstGeom>
          <a:noFill/>
        </p:spPr>
        <p:txBody>
          <a:bodyPr wrap="square" rtlCol="0">
            <a:spAutoFit/>
          </a:bodyPr>
          <a:lstStyle/>
          <a:p>
            <a:r>
              <a:rPr lang="zh-CN" altLang="en-US">
                <a:hlinkClick r:id="rId3" action="ppaction://hlinksldjump"/>
              </a:rPr>
              <a:t>首艘国产航母</a:t>
            </a:r>
            <a:endParaRPr lang="zh-CN" altLang="en-US"/>
          </a:p>
        </p:txBody>
      </p:sp>
      <p:sp>
        <p:nvSpPr>
          <p:cNvPr id="16" name="文本框 15"/>
          <p:cNvSpPr txBox="1"/>
          <p:nvPr/>
        </p:nvSpPr>
        <p:spPr>
          <a:xfrm>
            <a:off x="528955" y="1931670"/>
            <a:ext cx="1711960" cy="368300"/>
          </a:xfrm>
          <a:prstGeom prst="rect">
            <a:avLst/>
          </a:prstGeom>
          <a:noFill/>
        </p:spPr>
        <p:txBody>
          <a:bodyPr wrap="square" rtlCol="0">
            <a:spAutoFit/>
          </a:bodyPr>
          <a:lstStyle/>
          <a:p>
            <a:r>
              <a:rPr lang="zh-CN" altLang="en-US">
                <a:hlinkClick r:id="rId4" action="ppaction://hlinksldjump"/>
              </a:rPr>
              <a:t>光量子计算机</a:t>
            </a:r>
            <a:endParaRPr lang="zh-CN" altLang="en-US"/>
          </a:p>
        </p:txBody>
      </p:sp>
      <p:sp>
        <p:nvSpPr>
          <p:cNvPr id="17" name="文本框 16"/>
          <p:cNvSpPr txBox="1"/>
          <p:nvPr/>
        </p:nvSpPr>
        <p:spPr>
          <a:xfrm>
            <a:off x="528955" y="2683510"/>
            <a:ext cx="2462530" cy="368300"/>
          </a:xfrm>
          <a:prstGeom prst="rect">
            <a:avLst/>
          </a:prstGeom>
          <a:noFill/>
        </p:spPr>
        <p:txBody>
          <a:bodyPr wrap="square" rtlCol="0">
            <a:spAutoFit/>
          </a:bodyPr>
          <a:lstStyle/>
          <a:p>
            <a:r>
              <a:rPr lang="zh-CN" altLang="en-US">
                <a:hlinkClick r:id="rId5" action="ppaction://hlinksldjump"/>
              </a:rPr>
              <a:t>喷气式大型客机C919</a:t>
            </a:r>
            <a:endParaRPr lang="zh-CN" altLang="en-US"/>
          </a:p>
        </p:txBody>
      </p:sp>
      <p:sp>
        <p:nvSpPr>
          <p:cNvPr id="18" name="文本框 17"/>
          <p:cNvSpPr txBox="1"/>
          <p:nvPr/>
        </p:nvSpPr>
        <p:spPr>
          <a:xfrm>
            <a:off x="528955" y="3397250"/>
            <a:ext cx="3374390" cy="368300"/>
          </a:xfrm>
          <a:prstGeom prst="rect">
            <a:avLst/>
          </a:prstGeom>
          <a:noFill/>
        </p:spPr>
        <p:txBody>
          <a:bodyPr wrap="square" rtlCol="0">
            <a:spAutoFit/>
          </a:bodyPr>
          <a:lstStyle/>
          <a:p>
            <a:r>
              <a:rPr lang="zh-CN" altLang="en-US">
                <a:hlinkClick r:id="rId6" action="ppaction://hlinksldjump"/>
              </a:rPr>
              <a:t>硬X射线调制望远镜卫星“慧眼”</a:t>
            </a:r>
            <a:endParaRPr lang="zh-CN" altLang="en-US"/>
          </a:p>
        </p:txBody>
      </p:sp>
      <p:sp>
        <p:nvSpPr>
          <p:cNvPr id="19" name="文本框 18"/>
          <p:cNvSpPr txBox="1"/>
          <p:nvPr/>
        </p:nvSpPr>
        <p:spPr>
          <a:xfrm>
            <a:off x="528955" y="4197985"/>
            <a:ext cx="2155825" cy="368300"/>
          </a:xfrm>
          <a:prstGeom prst="rect">
            <a:avLst/>
          </a:prstGeom>
          <a:noFill/>
        </p:spPr>
        <p:txBody>
          <a:bodyPr wrap="square" rtlCol="0">
            <a:spAutoFit/>
          </a:bodyPr>
          <a:lstStyle/>
          <a:p>
            <a:r>
              <a:rPr lang="zh-CN" altLang="en-US">
                <a:hlinkClick r:id="rId7" action="ppaction://hlinksldjump"/>
              </a:rPr>
              <a:t>动车组“复兴号”</a:t>
            </a:r>
            <a:endParaRPr lang="zh-CN" altLang="en-US"/>
          </a:p>
        </p:txBody>
      </p:sp>
      <p:sp>
        <p:nvSpPr>
          <p:cNvPr id="20" name="文本框 19"/>
          <p:cNvSpPr txBox="1"/>
          <p:nvPr/>
        </p:nvSpPr>
        <p:spPr>
          <a:xfrm>
            <a:off x="528955" y="4838700"/>
            <a:ext cx="3903980" cy="368300"/>
          </a:xfrm>
          <a:prstGeom prst="rect">
            <a:avLst/>
          </a:prstGeom>
          <a:noFill/>
        </p:spPr>
        <p:txBody>
          <a:bodyPr wrap="square" rtlCol="0">
            <a:spAutoFit/>
          </a:bodyPr>
          <a:lstStyle/>
          <a:p>
            <a:r>
              <a:rPr lang="zh-CN" altLang="en-US">
                <a:hlinkClick r:id="rId8" action="ppaction://hlinksldjump"/>
              </a:rPr>
              <a:t>全球首颗量子科学实验卫星“墨子号”</a:t>
            </a:r>
            <a:endParaRPr lang="zh-CN" alt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航母一号"/>
          <p:cNvPicPr/>
          <p:nvPr/>
        </p:nvPicPr>
        <p:blipFill>
          <a:blip r:embed="rId2"/>
          <a:stretch>
            <a:fillRect/>
          </a:stretch>
        </p:blipFill>
        <p:spPr>
          <a:xfrm>
            <a:off x="-12700" y="-12065"/>
            <a:ext cx="12205970" cy="6870700"/>
          </a:xfrm>
          <a:prstGeom prst="rect">
            <a:avLst/>
          </a:prstGeom>
          <a:ln>
            <a:solidFill>
              <a:schemeClr val="accent1"/>
            </a:solidFill>
          </a:ln>
          <a:effectLst>
            <a:reflection stA="0" endPos="65000" dist="50800" dir="5400000" sy="-100000" algn="bl" rotWithShape="0"/>
          </a:effectLst>
        </p:spPr>
      </p:pic>
      <p:sp>
        <p:nvSpPr>
          <p:cNvPr id="2" name="标题 1"/>
          <p:cNvSpPr>
            <a:spLocks noGrp="1"/>
          </p:cNvSpPr>
          <p:nvPr>
            <p:ph type="title" orient="vert"/>
          </p:nvPr>
        </p:nvSpPr>
        <p:spPr>
          <a:xfrm>
            <a:off x="10584180" y="365125"/>
            <a:ext cx="1385570" cy="4815840"/>
          </a:xfrm>
        </p:spPr>
        <p:txBody>
          <a:bodyPr/>
          <a:lstStyle/>
          <a:p>
            <a:r>
              <a:rPr lang="zh-CN" altLang="en-US" sz="6000" b="1" i="1">
                <a:solidFill>
                  <a:schemeClr val="accent1">
                    <a:lumMod val="75000"/>
                  </a:schemeClr>
                </a:solidFill>
                <a:uFillTx/>
              </a:rPr>
              <a:t>首艘国产航母</a:t>
            </a:r>
          </a:p>
        </p:txBody>
      </p:sp>
      <p:sp>
        <p:nvSpPr>
          <p:cNvPr id="7" name="文本框 6"/>
          <p:cNvSpPr txBox="1"/>
          <p:nvPr/>
        </p:nvSpPr>
        <p:spPr>
          <a:xfrm>
            <a:off x="6200140" y="365125"/>
            <a:ext cx="4113530" cy="5631180"/>
          </a:xfrm>
          <a:prstGeom prst="rect">
            <a:avLst/>
          </a:prstGeom>
          <a:noFill/>
        </p:spPr>
        <p:txBody>
          <a:bodyPr wrap="square" rtlCol="0">
            <a:spAutoFit/>
          </a:bodyPr>
          <a:lstStyle/>
          <a:p>
            <a:r>
              <a:rPr lang="en-US" altLang="zh-CN" sz="3600">
                <a:effectLst>
                  <a:glow rad="228600">
                    <a:schemeClr val="accent4">
                      <a:satMod val="175000"/>
                      <a:alpha val="40000"/>
                    </a:schemeClr>
                  </a:glow>
                </a:effectLst>
              </a:rPr>
              <a:t>2017</a:t>
            </a:r>
            <a:r>
              <a:rPr lang="zh-CN" altLang="en-US" sz="3600">
                <a:effectLst>
                  <a:glow rad="228600">
                    <a:schemeClr val="accent4">
                      <a:satMod val="175000"/>
                      <a:alpha val="40000"/>
                    </a:schemeClr>
                  </a:glow>
                </a:effectLst>
              </a:rPr>
              <a:t>年4月26日，中国首艘国产航母001A型在大连造船厂正式下水，标志着中国国防实力迈向新阶段，中国一跃成为目前全世界仅有的三个正在建造/海试大型航母的国家之一。</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2000" fill="hold">
                                          <p:stCondLst>
                                            <p:cond delay="0"/>
                                          </p:stCondLst>
                                        </p:cTn>
                                        <p:tgtEl>
                                          <p:spTgt spid="5"/>
                                        </p:tgtEl>
                                        <p:attrNameLst>
                                          <p:attrName>style.visibility</p:attrName>
                                        </p:attrNameLst>
                                      </p:cBhvr>
                                      <p:to>
                                        <p:strVal val="visible"/>
                                      </p:to>
                                    </p:set>
                                    <p:animEffect transition="in" filter="strips(downLeft)">
                                      <p:cBhvr>
                                        <p:cTn id="1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528955" y="330835"/>
            <a:ext cx="1405255" cy="368300"/>
          </a:xfrm>
          <a:prstGeom prst="rect">
            <a:avLst/>
          </a:prstGeom>
          <a:noFill/>
        </p:spPr>
        <p:txBody>
          <a:bodyPr wrap="square" rtlCol="0">
            <a:spAutoFit/>
          </a:bodyPr>
          <a:lstStyle/>
          <a:p>
            <a:r>
              <a:rPr lang="zh-CN" altLang="en-US">
                <a:hlinkClick r:id="rId2" action="ppaction://hlinksldjump"/>
              </a:rPr>
              <a:t>“翼龙”Ⅱ</a:t>
            </a:r>
            <a:endParaRPr lang="zh-CN" altLang="en-US"/>
          </a:p>
        </p:txBody>
      </p:sp>
      <p:sp>
        <p:nvSpPr>
          <p:cNvPr id="21" name="文本框 20"/>
          <p:cNvSpPr txBox="1"/>
          <p:nvPr/>
        </p:nvSpPr>
        <p:spPr>
          <a:xfrm>
            <a:off x="528955" y="1082040"/>
            <a:ext cx="1624965" cy="368300"/>
          </a:xfrm>
          <a:prstGeom prst="rect">
            <a:avLst/>
          </a:prstGeom>
          <a:noFill/>
        </p:spPr>
        <p:txBody>
          <a:bodyPr wrap="square" rtlCol="0">
            <a:spAutoFit/>
          </a:bodyPr>
          <a:lstStyle/>
          <a:p>
            <a:r>
              <a:rPr lang="zh-CN" altLang="en-US">
                <a:hlinkClick r:id="rId3" action="ppaction://hlinksldjump"/>
              </a:rPr>
              <a:t>首艘国产航母</a:t>
            </a:r>
            <a:endParaRPr lang="zh-CN" altLang="en-US"/>
          </a:p>
        </p:txBody>
      </p:sp>
      <p:sp>
        <p:nvSpPr>
          <p:cNvPr id="22" name="文本框 21"/>
          <p:cNvSpPr txBox="1"/>
          <p:nvPr/>
        </p:nvSpPr>
        <p:spPr>
          <a:xfrm>
            <a:off x="528955" y="1931670"/>
            <a:ext cx="1711960" cy="368300"/>
          </a:xfrm>
          <a:prstGeom prst="rect">
            <a:avLst/>
          </a:prstGeom>
          <a:noFill/>
        </p:spPr>
        <p:txBody>
          <a:bodyPr wrap="square" rtlCol="0">
            <a:spAutoFit/>
          </a:bodyPr>
          <a:lstStyle/>
          <a:p>
            <a:r>
              <a:rPr lang="zh-CN" altLang="en-US">
                <a:hlinkClick r:id="rId4" action="ppaction://hlinksldjump"/>
              </a:rPr>
              <a:t>光量子计算机</a:t>
            </a:r>
            <a:endParaRPr lang="zh-CN" altLang="en-US"/>
          </a:p>
        </p:txBody>
      </p:sp>
      <p:sp>
        <p:nvSpPr>
          <p:cNvPr id="23" name="文本框 22"/>
          <p:cNvSpPr txBox="1"/>
          <p:nvPr/>
        </p:nvSpPr>
        <p:spPr>
          <a:xfrm>
            <a:off x="528955" y="2683510"/>
            <a:ext cx="2462530" cy="368300"/>
          </a:xfrm>
          <a:prstGeom prst="rect">
            <a:avLst/>
          </a:prstGeom>
          <a:noFill/>
        </p:spPr>
        <p:txBody>
          <a:bodyPr wrap="square" rtlCol="0">
            <a:spAutoFit/>
          </a:bodyPr>
          <a:lstStyle/>
          <a:p>
            <a:r>
              <a:rPr lang="zh-CN" altLang="en-US">
                <a:hlinkClick r:id="rId5" action="ppaction://hlinksldjump"/>
              </a:rPr>
              <a:t>喷气式大型客机C919</a:t>
            </a:r>
            <a:endParaRPr lang="zh-CN" altLang="en-US"/>
          </a:p>
        </p:txBody>
      </p:sp>
      <p:sp>
        <p:nvSpPr>
          <p:cNvPr id="24" name="文本框 23"/>
          <p:cNvSpPr txBox="1"/>
          <p:nvPr/>
        </p:nvSpPr>
        <p:spPr>
          <a:xfrm>
            <a:off x="528955" y="3397250"/>
            <a:ext cx="3374390" cy="368300"/>
          </a:xfrm>
          <a:prstGeom prst="rect">
            <a:avLst/>
          </a:prstGeom>
          <a:noFill/>
        </p:spPr>
        <p:txBody>
          <a:bodyPr wrap="square" rtlCol="0">
            <a:spAutoFit/>
          </a:bodyPr>
          <a:lstStyle/>
          <a:p>
            <a:r>
              <a:rPr lang="zh-CN" altLang="en-US">
                <a:hlinkClick r:id="rId6" action="ppaction://hlinksldjump"/>
              </a:rPr>
              <a:t>硬X射线调制望远镜卫星“慧眼”</a:t>
            </a:r>
            <a:endParaRPr lang="zh-CN" altLang="en-US"/>
          </a:p>
        </p:txBody>
      </p:sp>
      <p:sp>
        <p:nvSpPr>
          <p:cNvPr id="25" name="文本框 24"/>
          <p:cNvSpPr txBox="1"/>
          <p:nvPr/>
        </p:nvSpPr>
        <p:spPr>
          <a:xfrm>
            <a:off x="528955" y="4197985"/>
            <a:ext cx="2155825" cy="368300"/>
          </a:xfrm>
          <a:prstGeom prst="rect">
            <a:avLst/>
          </a:prstGeom>
          <a:noFill/>
        </p:spPr>
        <p:txBody>
          <a:bodyPr wrap="square" rtlCol="0">
            <a:spAutoFit/>
          </a:bodyPr>
          <a:lstStyle/>
          <a:p>
            <a:r>
              <a:rPr lang="zh-CN" altLang="en-US">
                <a:hlinkClick r:id="rId7" action="ppaction://hlinksldjump"/>
              </a:rPr>
              <a:t>动车组“复兴号”</a:t>
            </a:r>
            <a:endParaRPr lang="zh-CN" altLang="en-US"/>
          </a:p>
        </p:txBody>
      </p:sp>
      <p:sp>
        <p:nvSpPr>
          <p:cNvPr id="26" name="文本框 25"/>
          <p:cNvSpPr txBox="1"/>
          <p:nvPr/>
        </p:nvSpPr>
        <p:spPr>
          <a:xfrm>
            <a:off x="528955" y="4838700"/>
            <a:ext cx="3903980" cy="368300"/>
          </a:xfrm>
          <a:prstGeom prst="rect">
            <a:avLst/>
          </a:prstGeom>
          <a:noFill/>
        </p:spPr>
        <p:txBody>
          <a:bodyPr wrap="square" rtlCol="0">
            <a:spAutoFit/>
          </a:bodyPr>
          <a:lstStyle/>
          <a:p>
            <a:r>
              <a:rPr lang="zh-CN" altLang="en-US">
                <a:hlinkClick r:id="rId8" action="ppaction://hlinksldjump"/>
              </a:rPr>
              <a:t>全球首颗量子科学实验卫星“墨子号”</a:t>
            </a:r>
            <a:endParaRPr lang="zh-CN" alt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38200" y="3643630"/>
            <a:ext cx="10515600" cy="2322195"/>
          </a:xfrm>
        </p:spPr>
        <p:txBody>
          <a:bodyPr>
            <a:noAutofit/>
          </a:bodyPr>
          <a:lstStyle/>
          <a:p>
            <a:r>
              <a:rPr lang="en-US" altLang="zh-CN" sz="2000" i="1">
                <a:solidFill>
                  <a:schemeClr val="accent1">
                    <a:lumMod val="75000"/>
                  </a:schemeClr>
                </a:solidFill>
                <a:uFillTx/>
              </a:rPr>
              <a:t>2017</a:t>
            </a:r>
            <a:r>
              <a:rPr lang="zh-CN" altLang="en-US" sz="2000" i="1">
                <a:solidFill>
                  <a:schemeClr val="accent1">
                    <a:lumMod val="75000"/>
                  </a:schemeClr>
                </a:solidFill>
                <a:uFillTx/>
              </a:rPr>
              <a:t>年5月3日，世界首台超越早期经典计算机的光量子计算机在我国诞生，为最终实现超越经典计算能力的量子计算这一被国际学术界称为“量子称霸”的目标，奠定了坚实的基础。量子计算利用量子相干叠加原理，具有超快的并行计算和模拟能力。计算能力随可操纵的粒子数呈指数增长，可为经典计算机无法解决的大规模计算难题提供有效解决方案。</a:t>
            </a:r>
          </a:p>
          <a:p>
            <a:endParaRPr lang="zh-CN" altLang="en-US" sz="2000" i="1">
              <a:solidFill>
                <a:schemeClr val="accent1">
                  <a:lumMod val="75000"/>
                </a:schemeClr>
              </a:solidFill>
              <a:uFillTx/>
            </a:endParaRPr>
          </a:p>
        </p:txBody>
      </p:sp>
      <p:pic>
        <p:nvPicPr>
          <p:cNvPr id="4" name="图片 3" descr="光量子计算机"/>
          <p:cNvPicPr>
            <a:picLocks noChangeAspect="1"/>
          </p:cNvPicPr>
          <p:nvPr/>
        </p:nvPicPr>
        <p:blipFill>
          <a:blip r:embed="rId2"/>
          <a:stretch>
            <a:fillRect/>
          </a:stretch>
        </p:blipFill>
        <p:spPr>
          <a:xfrm>
            <a:off x="2920365" y="391795"/>
            <a:ext cx="6351270" cy="325183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28955" y="330835"/>
            <a:ext cx="1405255" cy="368300"/>
          </a:xfrm>
          <a:prstGeom prst="rect">
            <a:avLst/>
          </a:prstGeom>
          <a:noFill/>
        </p:spPr>
        <p:txBody>
          <a:bodyPr wrap="square" rtlCol="0">
            <a:spAutoFit/>
          </a:bodyPr>
          <a:lstStyle/>
          <a:p>
            <a:r>
              <a:rPr lang="zh-CN" altLang="en-US">
                <a:hlinkClick r:id="rId2" action="ppaction://hlinksldjump"/>
              </a:rPr>
              <a:t>“翼龙”Ⅱ</a:t>
            </a:r>
            <a:endParaRPr lang="zh-CN" altLang="en-US"/>
          </a:p>
        </p:txBody>
      </p:sp>
      <p:sp>
        <p:nvSpPr>
          <p:cNvPr id="2" name="文本框 1"/>
          <p:cNvSpPr txBox="1"/>
          <p:nvPr/>
        </p:nvSpPr>
        <p:spPr>
          <a:xfrm>
            <a:off x="528955" y="1082040"/>
            <a:ext cx="1624965" cy="368300"/>
          </a:xfrm>
          <a:prstGeom prst="rect">
            <a:avLst/>
          </a:prstGeom>
          <a:noFill/>
        </p:spPr>
        <p:txBody>
          <a:bodyPr wrap="square" rtlCol="0">
            <a:spAutoFit/>
          </a:bodyPr>
          <a:lstStyle/>
          <a:p>
            <a:r>
              <a:rPr lang="zh-CN" altLang="en-US">
                <a:hlinkClick r:id="rId3" action="ppaction://hlinksldjump"/>
              </a:rPr>
              <a:t>首艘国产航母</a:t>
            </a:r>
            <a:endParaRPr lang="zh-CN" altLang="en-US"/>
          </a:p>
        </p:txBody>
      </p:sp>
      <p:sp>
        <p:nvSpPr>
          <p:cNvPr id="5" name="文本框 4"/>
          <p:cNvSpPr txBox="1"/>
          <p:nvPr/>
        </p:nvSpPr>
        <p:spPr>
          <a:xfrm>
            <a:off x="528955" y="1931670"/>
            <a:ext cx="1711960" cy="368300"/>
          </a:xfrm>
          <a:prstGeom prst="rect">
            <a:avLst/>
          </a:prstGeom>
          <a:noFill/>
        </p:spPr>
        <p:txBody>
          <a:bodyPr wrap="square" rtlCol="0">
            <a:spAutoFit/>
          </a:bodyPr>
          <a:lstStyle/>
          <a:p>
            <a:r>
              <a:rPr lang="zh-CN" altLang="en-US">
                <a:hlinkClick r:id="rId4" action="ppaction://hlinksldjump"/>
              </a:rPr>
              <a:t>光量子计算机</a:t>
            </a:r>
            <a:endParaRPr lang="zh-CN" altLang="en-US"/>
          </a:p>
        </p:txBody>
      </p:sp>
      <p:sp>
        <p:nvSpPr>
          <p:cNvPr id="11" name="文本框 10"/>
          <p:cNvSpPr txBox="1"/>
          <p:nvPr/>
        </p:nvSpPr>
        <p:spPr>
          <a:xfrm>
            <a:off x="528955" y="2683510"/>
            <a:ext cx="2462530" cy="368300"/>
          </a:xfrm>
          <a:prstGeom prst="rect">
            <a:avLst/>
          </a:prstGeom>
          <a:noFill/>
        </p:spPr>
        <p:txBody>
          <a:bodyPr wrap="square" rtlCol="0">
            <a:spAutoFit/>
          </a:bodyPr>
          <a:lstStyle/>
          <a:p>
            <a:r>
              <a:rPr lang="zh-CN" altLang="en-US">
                <a:hlinkClick r:id="rId5" action="ppaction://hlinksldjump"/>
              </a:rPr>
              <a:t>喷气式大型客机C919</a:t>
            </a:r>
            <a:endParaRPr lang="zh-CN" altLang="en-US"/>
          </a:p>
        </p:txBody>
      </p:sp>
      <p:sp>
        <p:nvSpPr>
          <p:cNvPr id="12" name="文本框 11"/>
          <p:cNvSpPr txBox="1"/>
          <p:nvPr/>
        </p:nvSpPr>
        <p:spPr>
          <a:xfrm>
            <a:off x="528955" y="3397250"/>
            <a:ext cx="3374390" cy="368300"/>
          </a:xfrm>
          <a:prstGeom prst="rect">
            <a:avLst/>
          </a:prstGeom>
          <a:noFill/>
        </p:spPr>
        <p:txBody>
          <a:bodyPr wrap="square" rtlCol="0">
            <a:spAutoFit/>
          </a:bodyPr>
          <a:lstStyle/>
          <a:p>
            <a:r>
              <a:rPr lang="zh-CN" altLang="en-US">
                <a:hlinkClick r:id="rId6" action="ppaction://hlinksldjump"/>
              </a:rPr>
              <a:t>硬X射线调制望远镜卫星“慧眼”</a:t>
            </a:r>
            <a:endParaRPr lang="zh-CN" altLang="en-US"/>
          </a:p>
        </p:txBody>
      </p:sp>
      <p:sp>
        <p:nvSpPr>
          <p:cNvPr id="13" name="文本框 12"/>
          <p:cNvSpPr txBox="1"/>
          <p:nvPr/>
        </p:nvSpPr>
        <p:spPr>
          <a:xfrm>
            <a:off x="528955" y="4197985"/>
            <a:ext cx="2155825" cy="368300"/>
          </a:xfrm>
          <a:prstGeom prst="rect">
            <a:avLst/>
          </a:prstGeom>
          <a:noFill/>
        </p:spPr>
        <p:txBody>
          <a:bodyPr wrap="square" rtlCol="0">
            <a:spAutoFit/>
          </a:bodyPr>
          <a:lstStyle/>
          <a:p>
            <a:r>
              <a:rPr lang="zh-CN" altLang="en-US">
                <a:hlinkClick r:id="rId7" action="ppaction://hlinksldjump"/>
              </a:rPr>
              <a:t>动车组“复兴号”</a:t>
            </a:r>
            <a:endParaRPr lang="zh-CN" altLang="en-US"/>
          </a:p>
        </p:txBody>
      </p:sp>
      <p:sp>
        <p:nvSpPr>
          <p:cNvPr id="14" name="文本框 13"/>
          <p:cNvSpPr txBox="1"/>
          <p:nvPr/>
        </p:nvSpPr>
        <p:spPr>
          <a:xfrm>
            <a:off x="528955" y="4838700"/>
            <a:ext cx="3903980" cy="368300"/>
          </a:xfrm>
          <a:prstGeom prst="rect">
            <a:avLst/>
          </a:prstGeom>
          <a:noFill/>
        </p:spPr>
        <p:txBody>
          <a:bodyPr wrap="square" rtlCol="0">
            <a:spAutoFit/>
          </a:bodyPr>
          <a:lstStyle/>
          <a:p>
            <a:r>
              <a:rPr lang="zh-CN" altLang="en-US">
                <a:hlinkClick r:id="rId8" action="ppaction://hlinksldjump"/>
              </a:rPr>
              <a:t>全球首颗量子科学实验卫星“墨子号”</a:t>
            </a:r>
            <a:endParaRPr lang="zh-CN" alt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ym typeface="+mn-ea"/>
              </a:rPr>
              <a:t>喷气式大型客机C919</a:t>
            </a:r>
            <a:r>
              <a:rPr lang="zh-CN" altLang="en-US"/>
              <a:t/>
            </a:r>
            <a:br>
              <a:rPr lang="zh-CN" altLang="en-US"/>
            </a:br>
            <a:endParaRPr lang="zh-CN" altLang="en-US"/>
          </a:p>
        </p:txBody>
      </p:sp>
      <p:sp>
        <p:nvSpPr>
          <p:cNvPr id="4" name="文本占位符 3"/>
          <p:cNvSpPr>
            <a:spLocks noGrp="1"/>
          </p:cNvSpPr>
          <p:nvPr>
            <p:ph type="body" sz="half" idx="2"/>
          </p:nvPr>
        </p:nvSpPr>
        <p:spPr/>
        <p:txBody>
          <a:bodyPr>
            <a:normAutofit fontScale="90000" lnSpcReduction="20000"/>
          </a:bodyPr>
          <a:lstStyle/>
          <a:p>
            <a:r>
              <a:rPr lang="en-US" altLang="zh-CN"/>
              <a:t>2017</a:t>
            </a:r>
            <a:r>
              <a:rPr lang="zh-CN" altLang="en-US"/>
              <a:t>年5月5日，我国自主研制的新一代喷气式大型客机C919在上海浦东机场成功首飞。C919的机翼设计采用了超临界机翼，可使飞机的巡航气动效率提高20%以上，进而使其巡航速度提高将近100多千米/小时。C919综合性能处于国际领先水平，与波音737MAX和空客A320neo相当。</a:t>
            </a:r>
          </a:p>
        </p:txBody>
      </p:sp>
      <p:pic>
        <p:nvPicPr>
          <p:cNvPr id="5" name="图片占位符 4" descr="大型客机c919"/>
          <p:cNvPicPr>
            <a:picLocks noGrp="1"/>
          </p:cNvPicPr>
          <p:nvPr>
            <p:ph type="pic" idx="1"/>
          </p:nvPr>
        </p:nvPicPr>
        <p:blipFill>
          <a:blip r:embed="rId2"/>
          <a:stretch>
            <a:fillRect/>
          </a:stretch>
        </p:blipFill>
        <p:spPr>
          <a:xfrm>
            <a:off x="4690110" y="-3810"/>
            <a:ext cx="7505700" cy="686562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28955" y="330835"/>
            <a:ext cx="1405255" cy="368300"/>
          </a:xfrm>
          <a:prstGeom prst="rect">
            <a:avLst/>
          </a:prstGeom>
          <a:noFill/>
        </p:spPr>
        <p:txBody>
          <a:bodyPr wrap="square" rtlCol="0">
            <a:spAutoFit/>
          </a:bodyPr>
          <a:lstStyle/>
          <a:p>
            <a:r>
              <a:rPr lang="zh-CN" altLang="en-US">
                <a:hlinkClick r:id="rId2" action="ppaction://hlinksldjump"/>
              </a:rPr>
              <a:t>“翼龙”Ⅱ</a:t>
            </a:r>
            <a:endParaRPr lang="zh-CN" altLang="en-US"/>
          </a:p>
        </p:txBody>
      </p:sp>
      <p:sp>
        <p:nvSpPr>
          <p:cNvPr id="2" name="文本框 1"/>
          <p:cNvSpPr txBox="1"/>
          <p:nvPr/>
        </p:nvSpPr>
        <p:spPr>
          <a:xfrm>
            <a:off x="528955" y="1082040"/>
            <a:ext cx="1624965" cy="368300"/>
          </a:xfrm>
          <a:prstGeom prst="rect">
            <a:avLst/>
          </a:prstGeom>
          <a:noFill/>
        </p:spPr>
        <p:txBody>
          <a:bodyPr wrap="square" rtlCol="0">
            <a:spAutoFit/>
          </a:bodyPr>
          <a:lstStyle/>
          <a:p>
            <a:r>
              <a:rPr lang="zh-CN" altLang="en-US">
                <a:hlinkClick r:id="rId3" action="ppaction://hlinksldjump"/>
              </a:rPr>
              <a:t>首艘国产航母</a:t>
            </a:r>
            <a:endParaRPr lang="zh-CN" altLang="en-US"/>
          </a:p>
        </p:txBody>
      </p:sp>
      <p:sp>
        <p:nvSpPr>
          <p:cNvPr id="5" name="文本框 4"/>
          <p:cNvSpPr txBox="1"/>
          <p:nvPr/>
        </p:nvSpPr>
        <p:spPr>
          <a:xfrm>
            <a:off x="528955" y="1931670"/>
            <a:ext cx="1711960" cy="368300"/>
          </a:xfrm>
          <a:prstGeom prst="rect">
            <a:avLst/>
          </a:prstGeom>
          <a:noFill/>
        </p:spPr>
        <p:txBody>
          <a:bodyPr wrap="square" rtlCol="0">
            <a:spAutoFit/>
          </a:bodyPr>
          <a:lstStyle/>
          <a:p>
            <a:r>
              <a:rPr lang="zh-CN" altLang="en-US">
                <a:hlinkClick r:id="rId4" action="ppaction://hlinksldjump"/>
              </a:rPr>
              <a:t>光量子计算机</a:t>
            </a:r>
            <a:endParaRPr lang="zh-CN" altLang="en-US"/>
          </a:p>
        </p:txBody>
      </p:sp>
      <p:sp>
        <p:nvSpPr>
          <p:cNvPr id="11" name="文本框 10"/>
          <p:cNvSpPr txBox="1"/>
          <p:nvPr/>
        </p:nvSpPr>
        <p:spPr>
          <a:xfrm>
            <a:off x="528955" y="2683510"/>
            <a:ext cx="2462530" cy="368300"/>
          </a:xfrm>
          <a:prstGeom prst="rect">
            <a:avLst/>
          </a:prstGeom>
          <a:noFill/>
        </p:spPr>
        <p:txBody>
          <a:bodyPr wrap="square" rtlCol="0">
            <a:spAutoFit/>
          </a:bodyPr>
          <a:lstStyle/>
          <a:p>
            <a:r>
              <a:rPr lang="zh-CN" altLang="en-US">
                <a:hlinkClick r:id="rId5" action="ppaction://hlinksldjump"/>
              </a:rPr>
              <a:t>喷气式大型客机C919</a:t>
            </a:r>
            <a:endParaRPr lang="zh-CN" altLang="en-US"/>
          </a:p>
        </p:txBody>
      </p:sp>
      <p:sp>
        <p:nvSpPr>
          <p:cNvPr id="12" name="文本框 11"/>
          <p:cNvSpPr txBox="1"/>
          <p:nvPr/>
        </p:nvSpPr>
        <p:spPr>
          <a:xfrm>
            <a:off x="528955" y="3397250"/>
            <a:ext cx="3374390" cy="368300"/>
          </a:xfrm>
          <a:prstGeom prst="rect">
            <a:avLst/>
          </a:prstGeom>
          <a:noFill/>
        </p:spPr>
        <p:txBody>
          <a:bodyPr wrap="square" rtlCol="0">
            <a:spAutoFit/>
          </a:bodyPr>
          <a:lstStyle/>
          <a:p>
            <a:r>
              <a:rPr lang="zh-CN" altLang="en-US">
                <a:hlinkClick r:id="rId6" action="ppaction://hlinksldjump"/>
              </a:rPr>
              <a:t>硬X射线调制望远镜卫星“慧眼”</a:t>
            </a:r>
            <a:endParaRPr lang="zh-CN" altLang="en-US"/>
          </a:p>
        </p:txBody>
      </p:sp>
      <p:sp>
        <p:nvSpPr>
          <p:cNvPr id="13" name="文本框 12"/>
          <p:cNvSpPr txBox="1"/>
          <p:nvPr/>
        </p:nvSpPr>
        <p:spPr>
          <a:xfrm>
            <a:off x="528955" y="4197985"/>
            <a:ext cx="2155825" cy="368300"/>
          </a:xfrm>
          <a:prstGeom prst="rect">
            <a:avLst/>
          </a:prstGeom>
          <a:noFill/>
        </p:spPr>
        <p:txBody>
          <a:bodyPr wrap="square" rtlCol="0">
            <a:spAutoFit/>
          </a:bodyPr>
          <a:lstStyle/>
          <a:p>
            <a:r>
              <a:rPr lang="zh-CN" altLang="en-US">
                <a:hlinkClick r:id="rId7" action="ppaction://hlinksldjump"/>
              </a:rPr>
              <a:t>动车组“复兴号”</a:t>
            </a:r>
            <a:endParaRPr lang="zh-CN" altLang="en-US"/>
          </a:p>
        </p:txBody>
      </p:sp>
      <p:sp>
        <p:nvSpPr>
          <p:cNvPr id="14" name="文本框 13"/>
          <p:cNvSpPr txBox="1"/>
          <p:nvPr/>
        </p:nvSpPr>
        <p:spPr>
          <a:xfrm>
            <a:off x="528955" y="4838700"/>
            <a:ext cx="3903980" cy="368300"/>
          </a:xfrm>
          <a:prstGeom prst="rect">
            <a:avLst/>
          </a:prstGeom>
          <a:noFill/>
        </p:spPr>
        <p:txBody>
          <a:bodyPr wrap="square" rtlCol="0">
            <a:spAutoFit/>
          </a:bodyPr>
          <a:lstStyle/>
          <a:p>
            <a:r>
              <a:rPr lang="zh-CN" altLang="en-US">
                <a:hlinkClick r:id="rId8" action="ppaction://hlinksldjump"/>
              </a:rPr>
              <a:t>全球首颗量子科学实验卫星“墨子号”</a:t>
            </a:r>
            <a:endParaRPr lang="zh-CN" alt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占位符 4" descr="慧眼"/>
          <p:cNvPicPr>
            <a:picLocks noGrp="1"/>
          </p:cNvPicPr>
          <p:nvPr>
            <p:ph type="pic" idx="1"/>
          </p:nvPr>
        </p:nvPicPr>
        <p:blipFill>
          <a:blip r:embed="rId2"/>
          <a:stretch>
            <a:fillRect/>
          </a:stretch>
        </p:blipFill>
        <p:spPr>
          <a:xfrm>
            <a:off x="-20320" y="2540"/>
            <a:ext cx="12153900" cy="6861810"/>
          </a:xfrm>
          <a:prstGeom prst="rect">
            <a:avLst/>
          </a:prstGeom>
          <a:effectLst>
            <a:reflection stA="0" endPos="65000" dist="50800" dir="5400000" sy="-100000" algn="bl" rotWithShape="0"/>
          </a:effectLst>
        </p:spPr>
      </p:pic>
      <p:sp>
        <p:nvSpPr>
          <p:cNvPr id="3" name="标题 2"/>
          <p:cNvSpPr>
            <a:spLocks noGrp="1"/>
          </p:cNvSpPr>
          <p:nvPr>
            <p:ph type="title"/>
          </p:nvPr>
        </p:nvSpPr>
        <p:spPr>
          <a:xfrm>
            <a:off x="5555615" y="3098165"/>
            <a:ext cx="5930900" cy="717550"/>
          </a:xfrm>
        </p:spPr>
        <p:txBody>
          <a:bodyPr/>
          <a:lstStyle/>
          <a:p>
            <a:r>
              <a:rPr lang="zh-CN" altLang="en-US">
                <a:solidFill>
                  <a:srgbClr val="FF3300"/>
                </a:solidFill>
                <a:uFillTx/>
                <a:sym typeface="+mn-ea"/>
              </a:rPr>
              <a:t>硬X射线调制望远镜卫星“慧眼</a:t>
            </a:r>
          </a:p>
        </p:txBody>
      </p:sp>
      <p:sp>
        <p:nvSpPr>
          <p:cNvPr id="4" name="文本占位符 3"/>
          <p:cNvSpPr>
            <a:spLocks noGrp="1"/>
          </p:cNvSpPr>
          <p:nvPr>
            <p:ph type="body" sz="half" idx="2"/>
          </p:nvPr>
        </p:nvSpPr>
        <p:spPr/>
        <p:txBody>
          <a:bodyPr>
            <a:normAutofit fontScale="90000" lnSpcReduction="10000"/>
          </a:bodyPr>
          <a:lstStyle/>
          <a:p>
            <a:r>
              <a:rPr lang="en-US" altLang="zh-CN">
                <a:solidFill>
                  <a:schemeClr val="accent6"/>
                </a:solidFill>
                <a:uFillTx/>
              </a:rPr>
              <a:t>2017</a:t>
            </a:r>
            <a:r>
              <a:rPr lang="zh-CN" altLang="en-US">
                <a:solidFill>
                  <a:schemeClr val="accent6"/>
                </a:solidFill>
                <a:uFillTx/>
              </a:rPr>
              <a:t>年6</a:t>
            </a:r>
            <a:r>
              <a:rPr lang="zh-CN" altLang="en-US" sz="2400">
                <a:solidFill>
                  <a:schemeClr val="accent6"/>
                </a:solidFill>
                <a:uFillTx/>
              </a:rPr>
              <a:t>月15日，我国在酒泉卫星发射中心采用长征四号乙运载火箭，成功发射硬X射线调制望远镜卫星“慧眼”。该卫星有效载荷种类全、规模大、探测模式多，在世界现有同类卫星中，具有先进的暗弱变源的巡天能力、独特的多波段快速光变观测能力。该卫星将对一系列的高能天体及其活动开展前沿性探索，为高能物理研究提供有力支持。</a:t>
            </a:r>
          </a:p>
          <a:p>
            <a:endParaRPr lang="zh-CN" altLang="en-US" sz="2400">
              <a:solidFill>
                <a:schemeClr val="accent6"/>
              </a:solidFill>
              <a:uFillTx/>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28955" y="330835"/>
            <a:ext cx="1405255" cy="368300"/>
          </a:xfrm>
          <a:prstGeom prst="rect">
            <a:avLst/>
          </a:prstGeom>
          <a:noFill/>
        </p:spPr>
        <p:txBody>
          <a:bodyPr wrap="square" rtlCol="0">
            <a:spAutoFit/>
          </a:bodyPr>
          <a:lstStyle/>
          <a:p>
            <a:r>
              <a:rPr lang="zh-CN" altLang="en-US">
                <a:hlinkClick r:id="rId2" action="ppaction://hlinksldjump"/>
              </a:rPr>
              <a:t>“翼龙”Ⅱ</a:t>
            </a:r>
            <a:endParaRPr lang="zh-CN" altLang="en-US"/>
          </a:p>
        </p:txBody>
      </p:sp>
      <p:sp>
        <p:nvSpPr>
          <p:cNvPr id="2" name="文本框 1"/>
          <p:cNvSpPr txBox="1"/>
          <p:nvPr/>
        </p:nvSpPr>
        <p:spPr>
          <a:xfrm>
            <a:off x="528955" y="1082040"/>
            <a:ext cx="1624965" cy="368300"/>
          </a:xfrm>
          <a:prstGeom prst="rect">
            <a:avLst/>
          </a:prstGeom>
          <a:noFill/>
        </p:spPr>
        <p:txBody>
          <a:bodyPr wrap="square" rtlCol="0">
            <a:spAutoFit/>
          </a:bodyPr>
          <a:lstStyle/>
          <a:p>
            <a:r>
              <a:rPr lang="zh-CN" altLang="en-US">
                <a:hlinkClick r:id="rId3" action="ppaction://hlinksldjump"/>
              </a:rPr>
              <a:t>首艘国产航母</a:t>
            </a:r>
            <a:endParaRPr lang="zh-CN" altLang="en-US"/>
          </a:p>
        </p:txBody>
      </p:sp>
      <p:sp>
        <p:nvSpPr>
          <p:cNvPr id="5" name="文本框 4"/>
          <p:cNvSpPr txBox="1"/>
          <p:nvPr/>
        </p:nvSpPr>
        <p:spPr>
          <a:xfrm>
            <a:off x="528955" y="1931670"/>
            <a:ext cx="1711960" cy="368300"/>
          </a:xfrm>
          <a:prstGeom prst="rect">
            <a:avLst/>
          </a:prstGeom>
          <a:noFill/>
        </p:spPr>
        <p:txBody>
          <a:bodyPr wrap="square" rtlCol="0">
            <a:spAutoFit/>
          </a:bodyPr>
          <a:lstStyle/>
          <a:p>
            <a:r>
              <a:rPr lang="zh-CN" altLang="en-US">
                <a:hlinkClick r:id="rId4" action="ppaction://hlinksldjump"/>
              </a:rPr>
              <a:t>光量子计算机</a:t>
            </a:r>
            <a:endParaRPr lang="zh-CN" altLang="en-US"/>
          </a:p>
        </p:txBody>
      </p:sp>
      <p:sp>
        <p:nvSpPr>
          <p:cNvPr id="11" name="文本框 10"/>
          <p:cNvSpPr txBox="1"/>
          <p:nvPr/>
        </p:nvSpPr>
        <p:spPr>
          <a:xfrm>
            <a:off x="528955" y="2683510"/>
            <a:ext cx="2462530" cy="368300"/>
          </a:xfrm>
          <a:prstGeom prst="rect">
            <a:avLst/>
          </a:prstGeom>
          <a:noFill/>
        </p:spPr>
        <p:txBody>
          <a:bodyPr wrap="square" rtlCol="0">
            <a:spAutoFit/>
          </a:bodyPr>
          <a:lstStyle/>
          <a:p>
            <a:r>
              <a:rPr lang="zh-CN" altLang="en-US">
                <a:hlinkClick r:id="rId5" action="ppaction://hlinksldjump"/>
              </a:rPr>
              <a:t>喷气式大型客机C919</a:t>
            </a:r>
            <a:endParaRPr lang="zh-CN" altLang="en-US"/>
          </a:p>
        </p:txBody>
      </p:sp>
      <p:sp>
        <p:nvSpPr>
          <p:cNvPr id="12" name="文本框 11"/>
          <p:cNvSpPr txBox="1"/>
          <p:nvPr/>
        </p:nvSpPr>
        <p:spPr>
          <a:xfrm>
            <a:off x="528955" y="3397250"/>
            <a:ext cx="3374390" cy="368300"/>
          </a:xfrm>
          <a:prstGeom prst="rect">
            <a:avLst/>
          </a:prstGeom>
          <a:noFill/>
        </p:spPr>
        <p:txBody>
          <a:bodyPr wrap="square" rtlCol="0">
            <a:spAutoFit/>
          </a:bodyPr>
          <a:lstStyle/>
          <a:p>
            <a:r>
              <a:rPr lang="zh-CN" altLang="en-US">
                <a:hlinkClick r:id="rId6" action="ppaction://hlinksldjump"/>
              </a:rPr>
              <a:t>硬X射线调制望远镜卫星“慧眼”</a:t>
            </a:r>
            <a:endParaRPr lang="zh-CN" altLang="en-US"/>
          </a:p>
        </p:txBody>
      </p:sp>
      <p:sp>
        <p:nvSpPr>
          <p:cNvPr id="13" name="文本框 12"/>
          <p:cNvSpPr txBox="1"/>
          <p:nvPr/>
        </p:nvSpPr>
        <p:spPr>
          <a:xfrm>
            <a:off x="528955" y="4197985"/>
            <a:ext cx="2155825" cy="368300"/>
          </a:xfrm>
          <a:prstGeom prst="rect">
            <a:avLst/>
          </a:prstGeom>
          <a:noFill/>
        </p:spPr>
        <p:txBody>
          <a:bodyPr wrap="square" rtlCol="0">
            <a:spAutoFit/>
          </a:bodyPr>
          <a:lstStyle/>
          <a:p>
            <a:r>
              <a:rPr lang="zh-CN" altLang="en-US">
                <a:hlinkClick r:id="rId7" action="ppaction://hlinksldjump"/>
              </a:rPr>
              <a:t>动车组“复兴号”</a:t>
            </a:r>
            <a:endParaRPr lang="zh-CN" altLang="en-US"/>
          </a:p>
        </p:txBody>
      </p:sp>
      <p:sp>
        <p:nvSpPr>
          <p:cNvPr id="14" name="文本框 13"/>
          <p:cNvSpPr txBox="1"/>
          <p:nvPr/>
        </p:nvSpPr>
        <p:spPr>
          <a:xfrm>
            <a:off x="528955" y="4838700"/>
            <a:ext cx="3903980" cy="368300"/>
          </a:xfrm>
          <a:prstGeom prst="rect">
            <a:avLst/>
          </a:prstGeom>
          <a:noFill/>
        </p:spPr>
        <p:txBody>
          <a:bodyPr wrap="square" rtlCol="0">
            <a:spAutoFit/>
          </a:bodyPr>
          <a:lstStyle/>
          <a:p>
            <a:r>
              <a:rPr lang="zh-CN" altLang="en-US">
                <a:hlinkClick r:id="rId8" action="ppaction://hlinksldjump"/>
              </a:rPr>
              <a:t>全球首颗量子科学实验卫星“墨子号”</a:t>
            </a:r>
            <a:endParaRPr lang="zh-CN" alt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复兴号"/>
          <p:cNvPicPr>
            <a:picLocks noChangeAspect="1"/>
          </p:cNvPicPr>
          <p:nvPr/>
        </p:nvPicPr>
        <p:blipFill>
          <a:blip r:embed="rId2"/>
          <a:stretch>
            <a:fillRect/>
          </a:stretch>
        </p:blipFill>
        <p:spPr>
          <a:xfrm>
            <a:off x="2602230" y="3098165"/>
            <a:ext cx="6986905" cy="3683635"/>
          </a:xfrm>
          <a:prstGeom prst="rect">
            <a:avLst/>
          </a:prstGeom>
        </p:spPr>
      </p:pic>
      <p:sp>
        <p:nvSpPr>
          <p:cNvPr id="2" name="内容占位符 1"/>
          <p:cNvSpPr>
            <a:spLocks noGrp="1"/>
          </p:cNvSpPr>
          <p:nvPr>
            <p:ph idx="1"/>
          </p:nvPr>
        </p:nvSpPr>
        <p:spPr>
          <a:xfrm>
            <a:off x="838200" y="327025"/>
            <a:ext cx="10515600" cy="2771140"/>
          </a:xfrm>
        </p:spPr>
        <p:txBody>
          <a:bodyPr/>
          <a:lstStyle/>
          <a:p>
            <a:r>
              <a:rPr lang="en-US" altLang="zh-CN"/>
              <a:t>2017</a:t>
            </a:r>
            <a:r>
              <a:rPr lang="zh-CN" altLang="zh-CN"/>
              <a:t>年</a:t>
            </a:r>
            <a:r>
              <a:rPr lang="zh-CN" altLang="en-US"/>
              <a:t>6月26日，中国自主研制的标准动车组“复兴号”成功开通。与“和谐号”相比，“复兴号”不仅寿命提升了50%，长达30年，而且时速最高达400km/h，同时车厢里提供充电、wifi以及阅读灯等设施。“复兴号”实现了我国高铁从最早的“洋基因”、“混血”，到现在“纯种”的巨大跨越！</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plus(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28955" y="330835"/>
            <a:ext cx="1405255" cy="368300"/>
          </a:xfrm>
          <a:prstGeom prst="rect">
            <a:avLst/>
          </a:prstGeom>
          <a:noFill/>
        </p:spPr>
        <p:txBody>
          <a:bodyPr wrap="square" rtlCol="0">
            <a:spAutoFit/>
          </a:bodyPr>
          <a:lstStyle/>
          <a:p>
            <a:r>
              <a:rPr lang="zh-CN" altLang="en-US">
                <a:hlinkClick r:id="rId2" action="ppaction://hlinksldjump"/>
              </a:rPr>
              <a:t>“翼龙”Ⅱ</a:t>
            </a:r>
            <a:endParaRPr lang="zh-CN" altLang="en-US"/>
          </a:p>
        </p:txBody>
      </p:sp>
      <p:sp>
        <p:nvSpPr>
          <p:cNvPr id="2" name="文本框 1"/>
          <p:cNvSpPr txBox="1"/>
          <p:nvPr/>
        </p:nvSpPr>
        <p:spPr>
          <a:xfrm>
            <a:off x="528955" y="1082040"/>
            <a:ext cx="1624965" cy="368300"/>
          </a:xfrm>
          <a:prstGeom prst="rect">
            <a:avLst/>
          </a:prstGeom>
          <a:noFill/>
        </p:spPr>
        <p:txBody>
          <a:bodyPr wrap="square" rtlCol="0">
            <a:spAutoFit/>
          </a:bodyPr>
          <a:lstStyle/>
          <a:p>
            <a:r>
              <a:rPr lang="zh-CN" altLang="en-US">
                <a:hlinkClick r:id="rId3" action="ppaction://hlinksldjump"/>
              </a:rPr>
              <a:t>首艘国产航母</a:t>
            </a:r>
            <a:endParaRPr lang="zh-CN" altLang="en-US"/>
          </a:p>
        </p:txBody>
      </p:sp>
      <p:sp>
        <p:nvSpPr>
          <p:cNvPr id="5" name="文本框 4"/>
          <p:cNvSpPr txBox="1"/>
          <p:nvPr/>
        </p:nvSpPr>
        <p:spPr>
          <a:xfrm>
            <a:off x="528955" y="1931670"/>
            <a:ext cx="1711960" cy="368300"/>
          </a:xfrm>
          <a:prstGeom prst="rect">
            <a:avLst/>
          </a:prstGeom>
          <a:noFill/>
        </p:spPr>
        <p:txBody>
          <a:bodyPr wrap="square" rtlCol="0">
            <a:spAutoFit/>
          </a:bodyPr>
          <a:lstStyle/>
          <a:p>
            <a:r>
              <a:rPr lang="zh-CN" altLang="en-US">
                <a:hlinkClick r:id="rId4" action="ppaction://hlinksldjump"/>
              </a:rPr>
              <a:t>光量子计算机</a:t>
            </a:r>
            <a:endParaRPr lang="zh-CN" altLang="en-US"/>
          </a:p>
        </p:txBody>
      </p:sp>
      <p:sp>
        <p:nvSpPr>
          <p:cNvPr id="11" name="文本框 10"/>
          <p:cNvSpPr txBox="1"/>
          <p:nvPr/>
        </p:nvSpPr>
        <p:spPr>
          <a:xfrm>
            <a:off x="528955" y="2683510"/>
            <a:ext cx="2462530" cy="368300"/>
          </a:xfrm>
          <a:prstGeom prst="rect">
            <a:avLst/>
          </a:prstGeom>
          <a:noFill/>
        </p:spPr>
        <p:txBody>
          <a:bodyPr wrap="square" rtlCol="0">
            <a:spAutoFit/>
          </a:bodyPr>
          <a:lstStyle/>
          <a:p>
            <a:r>
              <a:rPr lang="zh-CN" altLang="en-US">
                <a:hlinkClick r:id="rId5" action="ppaction://hlinksldjump"/>
              </a:rPr>
              <a:t>喷气式大型客机C919</a:t>
            </a:r>
            <a:endParaRPr lang="zh-CN" altLang="en-US"/>
          </a:p>
        </p:txBody>
      </p:sp>
      <p:sp>
        <p:nvSpPr>
          <p:cNvPr id="12" name="文本框 11"/>
          <p:cNvSpPr txBox="1"/>
          <p:nvPr/>
        </p:nvSpPr>
        <p:spPr>
          <a:xfrm>
            <a:off x="528955" y="3397250"/>
            <a:ext cx="3374390" cy="368300"/>
          </a:xfrm>
          <a:prstGeom prst="rect">
            <a:avLst/>
          </a:prstGeom>
          <a:noFill/>
        </p:spPr>
        <p:txBody>
          <a:bodyPr wrap="square" rtlCol="0">
            <a:spAutoFit/>
          </a:bodyPr>
          <a:lstStyle/>
          <a:p>
            <a:r>
              <a:rPr lang="zh-CN" altLang="en-US">
                <a:hlinkClick r:id="rId6" action="ppaction://hlinksldjump"/>
              </a:rPr>
              <a:t>硬X射线调制望远镜卫星“慧眼”</a:t>
            </a:r>
            <a:endParaRPr lang="zh-CN" altLang="en-US"/>
          </a:p>
        </p:txBody>
      </p:sp>
      <p:sp>
        <p:nvSpPr>
          <p:cNvPr id="13" name="文本框 12"/>
          <p:cNvSpPr txBox="1"/>
          <p:nvPr/>
        </p:nvSpPr>
        <p:spPr>
          <a:xfrm>
            <a:off x="528955" y="4197985"/>
            <a:ext cx="2155825" cy="368300"/>
          </a:xfrm>
          <a:prstGeom prst="rect">
            <a:avLst/>
          </a:prstGeom>
          <a:noFill/>
        </p:spPr>
        <p:txBody>
          <a:bodyPr wrap="square" rtlCol="0">
            <a:spAutoFit/>
          </a:bodyPr>
          <a:lstStyle/>
          <a:p>
            <a:r>
              <a:rPr lang="zh-CN" altLang="en-US">
                <a:hlinkClick r:id="rId7" action="ppaction://hlinksldjump"/>
              </a:rPr>
              <a:t>动车组“复兴号”</a:t>
            </a:r>
            <a:endParaRPr lang="zh-CN" altLang="en-US"/>
          </a:p>
        </p:txBody>
      </p:sp>
      <p:sp>
        <p:nvSpPr>
          <p:cNvPr id="14" name="文本框 13"/>
          <p:cNvSpPr txBox="1"/>
          <p:nvPr/>
        </p:nvSpPr>
        <p:spPr>
          <a:xfrm>
            <a:off x="528955" y="4838700"/>
            <a:ext cx="3903980" cy="368300"/>
          </a:xfrm>
          <a:prstGeom prst="rect">
            <a:avLst/>
          </a:prstGeom>
          <a:noFill/>
        </p:spPr>
        <p:txBody>
          <a:bodyPr wrap="square" rtlCol="0">
            <a:spAutoFit/>
          </a:bodyPr>
          <a:lstStyle/>
          <a:p>
            <a:r>
              <a:rPr lang="zh-CN" altLang="en-US">
                <a:hlinkClick r:id="rId8" action="ppaction://hlinksldjump"/>
              </a:rPr>
              <a:t>全球首颗量子科学实验卫星“墨子号”</a:t>
            </a:r>
            <a:endParaRPr lang="zh-CN" alt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scene3d>
              <a:camera prst="orthographicFront"/>
              <a:lightRig rig="threePt" dir="t"/>
            </a:scene3d>
          </a:bodyPr>
          <a:lstStyle/>
          <a:p>
            <a:pPr algn="ctr"/>
            <a:r>
              <a:rPr lang="zh-CN" altLang="en-US" b="1" i="1" u="sng" dirty="0">
                <a:ln w="10160">
                  <a:solidFill>
                    <a:schemeClr val="accent5"/>
                  </a:solidFill>
                  <a:prstDash val="solid"/>
                </a:ln>
                <a:solidFill>
                  <a:srgbClr val="FFFFFF"/>
                </a:solidFill>
                <a:effectLst>
                  <a:outerShdw blurRad="38100" dist="22860" dir="5400000" algn="tl" rotWithShape="0">
                    <a:srgbClr val="000000">
                      <a:alpha val="30000"/>
                    </a:srgbClr>
                  </a:outerShdw>
                </a:effectLst>
                <a:sym typeface="+mn-ea"/>
              </a:rPr>
              <a:t>“墨子号”</a:t>
            </a:r>
          </a:p>
        </p:txBody>
      </p:sp>
      <p:sp>
        <p:nvSpPr>
          <p:cNvPr id="3" name="内容占位符 2"/>
          <p:cNvSpPr>
            <a:spLocks noGrp="1"/>
          </p:cNvSpPr>
          <p:nvPr>
            <p:ph idx="1"/>
          </p:nvPr>
        </p:nvSpPr>
        <p:spPr/>
        <p:txBody>
          <a:bodyPr/>
          <a:lstStyle/>
          <a:p>
            <a:r>
              <a:rPr lang="en-US" altLang="zh-CN" dirty="0"/>
              <a:t>2017</a:t>
            </a:r>
            <a:r>
              <a:rPr lang="zh-CN" altLang="en-US" dirty="0"/>
              <a:t>年8月10日，中国科学技术大学潘建伟团队宣布，全球首颗量子科学实验卫星“墨子号”圆满完成三大科学实验任务：量子纠缠分发、量子密钥分发、量子隐形传态，实验成果先后登在了顶级学术期刊《科学》和《自然》上。“墨子号”开启了全球化量子通信、空间量子物理学和量子引力实验检验的大门，为中国在国际上抢占了量子科技创新的制高点，成为国际同行的标杆，实现了“领跑者”的转变。</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798</Words>
  <Application>Microsoft Office PowerPoint</Application>
  <PresentationFormat>自定义</PresentationFormat>
  <Paragraphs>62</Paragraphs>
  <Slides>15</Slides>
  <Notes>0</Notes>
  <HiddenSlides>0</HiddenSlides>
  <MMClips>0</MMClips>
  <ScaleCrop>false</ScaleCrop>
  <HeadingPairs>
    <vt:vector size="4" baseType="variant">
      <vt:variant>
        <vt:lpstr>主题</vt:lpstr>
      </vt:variant>
      <vt:variant>
        <vt:i4>1</vt:i4>
      </vt:variant>
      <vt:variant>
        <vt:lpstr>幻灯片标题</vt:lpstr>
      </vt:variant>
      <vt:variant>
        <vt:i4>15</vt:i4>
      </vt:variant>
    </vt:vector>
  </HeadingPairs>
  <TitlesOfParts>
    <vt:vector size="16" baseType="lpstr">
      <vt:lpstr>Office 主题</vt:lpstr>
      <vt:lpstr>我国2017年最新科技成果展示</vt:lpstr>
      <vt:lpstr>PowerPoint 演示文稿</vt:lpstr>
      <vt:lpstr>“翼龙”Ⅱ</vt:lpstr>
      <vt:lpstr>PowerPoint 演示文稿</vt:lpstr>
      <vt:lpstr>首艘国产航母</vt:lpstr>
      <vt:lpstr>PowerPoint 演示文稿</vt:lpstr>
      <vt:lpstr>PowerPoint 演示文稿</vt:lpstr>
      <vt:lpstr>PowerPoint 演示文稿</vt:lpstr>
      <vt:lpstr>喷气式大型客机C919 </vt:lpstr>
      <vt:lpstr>PowerPoint 演示文稿</vt:lpstr>
      <vt:lpstr>硬X射线调制望远镜卫星“慧眼</vt:lpstr>
      <vt:lpstr>PowerPoint 演示文稿</vt:lpstr>
      <vt:lpstr>PowerPoint 演示文稿</vt:lpstr>
      <vt:lpstr>PowerPoint 演示文稿</vt:lpstr>
      <vt:lpstr>“墨子号”</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lcx</dc:creator>
  <cp:lastModifiedBy>Administered</cp:lastModifiedBy>
  <cp:revision>123</cp:revision>
  <dcterms:created xsi:type="dcterms:W3CDTF">2017-08-03T09:01:00Z</dcterms:created>
  <dcterms:modified xsi:type="dcterms:W3CDTF">2018-10-04T02:55:02Z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2052-10.1.0.7566</vt:lpwstr>
  </property>
</Properties>
</file>